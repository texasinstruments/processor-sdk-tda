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27.png" ContentType="image/png"/>
  <Override PartName="/ppt/media/image4.png" ContentType="image/png"/>
  <Override PartName="/ppt/media/image8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13.png" ContentType="image/png"/>
  <Override PartName="/ppt/media/image7.png" ContentType="image/png"/>
  <Override PartName="/ppt/media/image12.png" ContentType="image/png"/>
  <Override PartName="/ppt/media/image9.png" ContentType="image/png"/>
  <Override PartName="/ppt/media/image11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6.jpeg" ContentType="image/jpeg"/>
  <Override PartName="/ppt/media/image18.png" ContentType="image/png"/>
  <Override PartName="/ppt/media/image20.png" ContentType="image/png"/>
  <Override PartName="/ppt/media/image19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41.xml.rels" ContentType="application/vnd.openxmlformats-package.relationships+xml"/>
  <Override PartName="/ppt/slides/_rels/slide56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6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3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5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47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8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49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0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91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92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93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4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135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36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137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8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179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80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181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82" name="Picture 4" descr=""/>
          <p:cNvPicPr/>
          <p:nvPr/>
        </p:nvPicPr>
        <p:blipFill>
          <a:blip r:embed="rId3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183" name="CustomShape 6"/>
          <p:cNvSpPr/>
          <p:nvPr/>
        </p:nvSpPr>
        <p:spPr>
          <a:xfrm>
            <a:off x="718200" y="762624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grpSp>
        <p:nvGrpSpPr>
          <p:cNvPr id="184" name="Group 7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185" name="CustomShape 8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86" name="Picture 27" descr=""/>
            <p:cNvPicPr/>
            <p:nvPr/>
          </p:nvPicPr>
          <p:blipFill>
            <a:blip r:embed="rId4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187" name="CustomShape 9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CustomShape 10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86D2698-280F-4399-8238-5FE106EF91FD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7589520"/>
            <a:ext cx="140857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8" name="CustomShape 2"/>
          <p:cNvSpPr/>
          <p:nvPr/>
        </p:nvSpPr>
        <p:spPr>
          <a:xfrm>
            <a:off x="66960" y="7589520"/>
            <a:ext cx="13983120" cy="54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29" name="Group 3"/>
          <p:cNvGrpSpPr/>
          <p:nvPr/>
        </p:nvGrpSpPr>
        <p:grpSpPr>
          <a:xfrm>
            <a:off x="-30240" y="7589520"/>
            <a:ext cx="14080680" cy="620640"/>
            <a:chOff x="-30240" y="7589520"/>
            <a:chExt cx="14080680" cy="620640"/>
          </a:xfrm>
        </p:grpSpPr>
        <p:sp>
          <p:nvSpPr>
            <p:cNvPr id="230" name="CustomShape 4"/>
            <p:cNvSpPr/>
            <p:nvPr/>
          </p:nvSpPr>
          <p:spPr>
            <a:xfrm>
              <a:off x="-30240" y="7589520"/>
              <a:ext cx="14080680" cy="62064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231" name="Picture 27" descr=""/>
            <p:cNvPicPr/>
            <p:nvPr/>
          </p:nvPicPr>
          <p:blipFill>
            <a:blip r:embed="rId2"/>
            <a:stretch/>
          </p:blipFill>
          <p:spPr>
            <a:xfrm>
              <a:off x="11394000" y="7748280"/>
              <a:ext cx="2491560" cy="30780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232" name="CustomShape 5"/>
          <p:cNvSpPr/>
          <p:nvPr/>
        </p:nvSpPr>
        <p:spPr>
          <a:xfrm>
            <a:off x="718200" y="7751160"/>
            <a:ext cx="3377160" cy="288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4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4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914400" y="509904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2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CustomShape 3"/>
          <p:cNvSpPr/>
          <p:nvPr/>
        </p:nvSpPr>
        <p:spPr>
          <a:xfrm>
            <a:off x="3790800" y="5175360"/>
            <a:ext cx="691416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4" name="CustomShape 4"/>
          <p:cNvSpPr/>
          <p:nvPr/>
        </p:nvSpPr>
        <p:spPr>
          <a:xfrm>
            <a:off x="5864400" y="4184640"/>
            <a:ext cx="2135520" cy="6148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SOC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5" name="CustomShape 5"/>
          <p:cNvSpPr/>
          <p:nvPr/>
        </p:nvSpPr>
        <p:spPr>
          <a:xfrm>
            <a:off x="7823160" y="5632560"/>
            <a:ext cx="288180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CustomShape 6"/>
          <p:cNvSpPr/>
          <p:nvPr/>
        </p:nvSpPr>
        <p:spPr>
          <a:xfrm>
            <a:off x="3790800" y="5632560"/>
            <a:ext cx="387252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7" name="CustomShape 7"/>
          <p:cNvSpPr/>
          <p:nvPr/>
        </p:nvSpPr>
        <p:spPr>
          <a:xfrm>
            <a:off x="2031840" y="5175360"/>
            <a:ext cx="1675440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8" name="CustomShape 8"/>
          <p:cNvSpPr/>
          <p:nvPr/>
        </p:nvSpPr>
        <p:spPr>
          <a:xfrm>
            <a:off x="3525480" y="171288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9" name="CustomShape 9"/>
          <p:cNvSpPr/>
          <p:nvPr/>
        </p:nvSpPr>
        <p:spPr>
          <a:xfrm>
            <a:off x="8139240" y="4184640"/>
            <a:ext cx="2575440" cy="6148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Industrial Protocol FW 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10"/>
          <p:cNvSpPr/>
          <p:nvPr/>
        </p:nvSpPr>
        <p:spPr>
          <a:xfrm>
            <a:off x="5737320" y="3060720"/>
            <a:ext cx="242604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LwIP  (TCP/UDP)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1" name="CustomShape 11"/>
          <p:cNvSpPr/>
          <p:nvPr/>
        </p:nvSpPr>
        <p:spPr>
          <a:xfrm>
            <a:off x="3192840" y="3048120"/>
            <a:ext cx="242604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TinyUSB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CustomShape 12"/>
          <p:cNvSpPr/>
          <p:nvPr/>
        </p:nvSpPr>
        <p:spPr>
          <a:xfrm>
            <a:off x="914400" y="273672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3" name="CustomShape 13"/>
          <p:cNvSpPr/>
          <p:nvPr/>
        </p:nvSpPr>
        <p:spPr>
          <a:xfrm>
            <a:off x="8288640" y="3060720"/>
            <a:ext cx="242604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Industrial Protocols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4" name="CustomShape 14"/>
          <p:cNvSpPr/>
          <p:nvPr/>
        </p:nvSpPr>
        <p:spPr>
          <a:xfrm>
            <a:off x="914400" y="391788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CustomShape 15"/>
          <p:cNvSpPr/>
          <p:nvPr/>
        </p:nvSpPr>
        <p:spPr>
          <a:xfrm>
            <a:off x="3556080" y="4165560"/>
            <a:ext cx="2145240" cy="63396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6" name="CustomShape 16"/>
          <p:cNvSpPr/>
          <p:nvPr/>
        </p:nvSpPr>
        <p:spPr>
          <a:xfrm>
            <a:off x="914400" y="1295280"/>
            <a:ext cx="10111320" cy="130068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7" name="CustomShape 17"/>
          <p:cNvSpPr/>
          <p:nvPr/>
        </p:nvSpPr>
        <p:spPr>
          <a:xfrm>
            <a:off x="11201400" y="1295280"/>
            <a:ext cx="1916640" cy="486936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8" name="CustomShape 18"/>
          <p:cNvSpPr/>
          <p:nvPr/>
        </p:nvSpPr>
        <p:spPr>
          <a:xfrm>
            <a:off x="11350800" y="3753000"/>
            <a:ext cx="1602360" cy="462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SysConfig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9" name="CustomShape 19"/>
          <p:cNvSpPr/>
          <p:nvPr/>
        </p:nvSpPr>
        <p:spPr>
          <a:xfrm>
            <a:off x="11350800" y="5105520"/>
            <a:ext cx="1602360" cy="9133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Code Composer Studio (CCS)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0" name="CustomShape 20"/>
          <p:cNvSpPr/>
          <p:nvPr/>
        </p:nvSpPr>
        <p:spPr>
          <a:xfrm>
            <a:off x="11350800" y="434340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CLANG 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1" name="CustomShape 21"/>
          <p:cNvSpPr/>
          <p:nvPr/>
        </p:nvSpPr>
        <p:spPr>
          <a:xfrm>
            <a:off x="11350800" y="2743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Resource Explorer (TIREX)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2" name="CustomShape 22"/>
          <p:cNvSpPr/>
          <p:nvPr/>
        </p:nvSpPr>
        <p:spPr>
          <a:xfrm>
            <a:off x="914400" y="6248520"/>
            <a:ext cx="10120680" cy="68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ARM A53, ARM R5F, ARM M4F + SOC peripherals + EVM peripherals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3" name="CustomShape 23"/>
          <p:cNvSpPr/>
          <p:nvPr/>
        </p:nvSpPr>
        <p:spPr>
          <a:xfrm>
            <a:off x="11201400" y="6261120"/>
            <a:ext cx="1916640" cy="672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4" name="CustomShape 24"/>
          <p:cNvSpPr/>
          <p:nvPr/>
        </p:nvSpPr>
        <p:spPr>
          <a:xfrm>
            <a:off x="6979320" y="171612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5" name="CustomShape 25"/>
          <p:cNvSpPr/>
          <p:nvPr/>
        </p:nvSpPr>
        <p:spPr>
          <a:xfrm>
            <a:off x="11350800" y="1816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SDK Tools (Flashing, Boot, …)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87"/>
          <p:cNvSpPr/>
          <p:nvPr/>
        </p:nvSpPr>
        <p:spPr>
          <a:xfrm>
            <a:off x="914400" y="509904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7" name="CustomShape 88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8" name="CustomShape 89"/>
          <p:cNvSpPr/>
          <p:nvPr/>
        </p:nvSpPr>
        <p:spPr>
          <a:xfrm>
            <a:off x="3790800" y="5175360"/>
            <a:ext cx="691416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9" name="CustomShape 90"/>
          <p:cNvSpPr/>
          <p:nvPr/>
        </p:nvSpPr>
        <p:spPr>
          <a:xfrm>
            <a:off x="8096400" y="4184640"/>
            <a:ext cx="2135520" cy="6148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SOC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0" name="CustomShape 91"/>
          <p:cNvSpPr/>
          <p:nvPr/>
        </p:nvSpPr>
        <p:spPr>
          <a:xfrm>
            <a:off x="7823160" y="5632560"/>
            <a:ext cx="288180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1" name="CustomShape 92"/>
          <p:cNvSpPr/>
          <p:nvPr/>
        </p:nvSpPr>
        <p:spPr>
          <a:xfrm>
            <a:off x="3790800" y="5632560"/>
            <a:ext cx="387252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2" name="CustomShape 93"/>
          <p:cNvSpPr/>
          <p:nvPr/>
        </p:nvSpPr>
        <p:spPr>
          <a:xfrm>
            <a:off x="2031840" y="5175360"/>
            <a:ext cx="1675440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3" name="CustomShape 94"/>
          <p:cNvSpPr/>
          <p:nvPr/>
        </p:nvSpPr>
        <p:spPr>
          <a:xfrm>
            <a:off x="3525480" y="171288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4" name="CustomShape 96"/>
          <p:cNvSpPr/>
          <p:nvPr/>
        </p:nvSpPr>
        <p:spPr>
          <a:xfrm>
            <a:off x="4945320" y="3060720"/>
            <a:ext cx="200268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LwIP  (TCP/UDP)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5" name="CustomShape 97"/>
          <p:cNvSpPr/>
          <p:nvPr/>
        </p:nvSpPr>
        <p:spPr>
          <a:xfrm>
            <a:off x="3192840" y="3048120"/>
            <a:ext cx="148716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TSN/ AVB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6" name="CustomShape 98"/>
          <p:cNvSpPr/>
          <p:nvPr/>
        </p:nvSpPr>
        <p:spPr>
          <a:xfrm>
            <a:off x="914400" y="273672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CustomShape 99"/>
          <p:cNvSpPr/>
          <p:nvPr/>
        </p:nvSpPr>
        <p:spPr>
          <a:xfrm>
            <a:off x="8864640" y="3060000"/>
            <a:ext cx="107136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FAT FS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8" name="CustomShape 100"/>
          <p:cNvSpPr/>
          <p:nvPr/>
        </p:nvSpPr>
        <p:spPr>
          <a:xfrm>
            <a:off x="914400" y="391788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9" name="CustomShape 101"/>
          <p:cNvSpPr/>
          <p:nvPr/>
        </p:nvSpPr>
        <p:spPr>
          <a:xfrm>
            <a:off x="5464080" y="4165560"/>
            <a:ext cx="2145240" cy="63396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0" name="CustomShape 102"/>
          <p:cNvSpPr/>
          <p:nvPr/>
        </p:nvSpPr>
        <p:spPr>
          <a:xfrm>
            <a:off x="914400" y="1295280"/>
            <a:ext cx="10111320" cy="130068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1" name="CustomShape 103"/>
          <p:cNvSpPr/>
          <p:nvPr/>
        </p:nvSpPr>
        <p:spPr>
          <a:xfrm>
            <a:off x="11201400" y="1295280"/>
            <a:ext cx="1916640" cy="486936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2" name="CustomShape 104"/>
          <p:cNvSpPr/>
          <p:nvPr/>
        </p:nvSpPr>
        <p:spPr>
          <a:xfrm>
            <a:off x="11350800" y="3753000"/>
            <a:ext cx="1602360" cy="462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SysConfig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3" name="CustomShape 105"/>
          <p:cNvSpPr/>
          <p:nvPr/>
        </p:nvSpPr>
        <p:spPr>
          <a:xfrm>
            <a:off x="11350800" y="5105520"/>
            <a:ext cx="1602360" cy="9133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Code Composer Studio (CCS)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4" name="CustomShape 106"/>
          <p:cNvSpPr/>
          <p:nvPr/>
        </p:nvSpPr>
        <p:spPr>
          <a:xfrm>
            <a:off x="11350800" y="434340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TI CLANG,C7x Compilers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15" name="CustomShape 107"/>
          <p:cNvSpPr/>
          <p:nvPr/>
        </p:nvSpPr>
        <p:spPr>
          <a:xfrm>
            <a:off x="11350800" y="2743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Resource Explorer (TIREX)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6" name="CustomShape 108"/>
          <p:cNvSpPr/>
          <p:nvPr/>
        </p:nvSpPr>
        <p:spPr>
          <a:xfrm>
            <a:off x="914400" y="6248520"/>
            <a:ext cx="10120680" cy="68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ARM A53, ARM R5F, ARM M4F, TI C7x + SOC peripherals + EVM peripherals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7" name="CustomShape 109"/>
          <p:cNvSpPr/>
          <p:nvPr/>
        </p:nvSpPr>
        <p:spPr>
          <a:xfrm>
            <a:off x="11201400" y="6261120"/>
            <a:ext cx="1916640" cy="672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18" name="CustomShape 110"/>
          <p:cNvSpPr/>
          <p:nvPr/>
        </p:nvSpPr>
        <p:spPr>
          <a:xfrm>
            <a:off x="6979320" y="171612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9" name="CustomShape 111"/>
          <p:cNvSpPr/>
          <p:nvPr/>
        </p:nvSpPr>
        <p:spPr>
          <a:xfrm>
            <a:off x="11350800" y="1816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SDK Tools (Flashing, Boot, …)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0" name="CustomShape 95"/>
          <p:cNvSpPr/>
          <p:nvPr/>
        </p:nvSpPr>
        <p:spPr>
          <a:xfrm>
            <a:off x="7379280" y="3060000"/>
            <a:ext cx="126072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Mbed-TLS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1" name="CustomShape 112"/>
          <p:cNvSpPr/>
          <p:nvPr/>
        </p:nvSpPr>
        <p:spPr>
          <a:xfrm>
            <a:off x="2970720" y="4156200"/>
            <a:ext cx="2145240" cy="63396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Bootloaders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(SBL)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/>
          <p:cNvSpPr/>
          <p:nvPr/>
        </p:nvSpPr>
        <p:spPr>
          <a:xfrm>
            <a:off x="914400" y="509904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3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CustomShape 3"/>
          <p:cNvSpPr/>
          <p:nvPr/>
        </p:nvSpPr>
        <p:spPr>
          <a:xfrm>
            <a:off x="4176000" y="5175360"/>
            <a:ext cx="652896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5" name="CustomShape 4"/>
          <p:cNvSpPr/>
          <p:nvPr/>
        </p:nvSpPr>
        <p:spPr>
          <a:xfrm>
            <a:off x="5324400" y="3678120"/>
            <a:ext cx="242316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SOC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6" name="CustomShape 5"/>
          <p:cNvSpPr/>
          <p:nvPr/>
        </p:nvSpPr>
        <p:spPr>
          <a:xfrm>
            <a:off x="7823160" y="5632560"/>
            <a:ext cx="288180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CustomShape 6"/>
          <p:cNvSpPr/>
          <p:nvPr/>
        </p:nvSpPr>
        <p:spPr>
          <a:xfrm>
            <a:off x="4176000" y="5632560"/>
            <a:ext cx="348732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8" name="CustomShape 7"/>
          <p:cNvSpPr/>
          <p:nvPr/>
        </p:nvSpPr>
        <p:spPr>
          <a:xfrm>
            <a:off x="2304000" y="5175360"/>
            <a:ext cx="1747440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9" name="CustomShape 8"/>
          <p:cNvSpPr/>
          <p:nvPr/>
        </p:nvSpPr>
        <p:spPr>
          <a:xfrm>
            <a:off x="2304000" y="1656000"/>
            <a:ext cx="8279280" cy="12232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0" name="CustomShape 9"/>
          <p:cNvSpPr/>
          <p:nvPr/>
        </p:nvSpPr>
        <p:spPr>
          <a:xfrm>
            <a:off x="914400" y="3312000"/>
            <a:ext cx="10120680" cy="167148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1" name="CustomShape 10"/>
          <p:cNvSpPr/>
          <p:nvPr/>
        </p:nvSpPr>
        <p:spPr>
          <a:xfrm>
            <a:off x="2304000" y="3672000"/>
            <a:ext cx="249840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2" name="CustomShape 11"/>
          <p:cNvSpPr/>
          <p:nvPr/>
        </p:nvSpPr>
        <p:spPr>
          <a:xfrm>
            <a:off x="914400" y="1295280"/>
            <a:ext cx="10111320" cy="1872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333" name="CustomShape 12"/>
          <p:cNvSpPr/>
          <p:nvPr/>
        </p:nvSpPr>
        <p:spPr>
          <a:xfrm>
            <a:off x="11201400" y="1295280"/>
            <a:ext cx="1916640" cy="486936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4" name="CustomShape 13"/>
          <p:cNvSpPr/>
          <p:nvPr/>
        </p:nvSpPr>
        <p:spPr>
          <a:xfrm>
            <a:off x="11350800" y="3753000"/>
            <a:ext cx="1602360" cy="462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SysConfig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5" name="CustomShape 14"/>
          <p:cNvSpPr/>
          <p:nvPr/>
        </p:nvSpPr>
        <p:spPr>
          <a:xfrm>
            <a:off x="11350800" y="5105520"/>
            <a:ext cx="1602360" cy="9133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Code Composer Studio (CCS)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6" name="CustomShape 15"/>
          <p:cNvSpPr/>
          <p:nvPr/>
        </p:nvSpPr>
        <p:spPr>
          <a:xfrm>
            <a:off x="11350800" y="434340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CLANG 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7" name="CustomShape 16"/>
          <p:cNvSpPr/>
          <p:nvPr/>
        </p:nvSpPr>
        <p:spPr>
          <a:xfrm>
            <a:off x="11350800" y="2743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Resource Explorer (TIREX)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8" name="CustomShape 17"/>
          <p:cNvSpPr/>
          <p:nvPr/>
        </p:nvSpPr>
        <p:spPr>
          <a:xfrm>
            <a:off x="914400" y="6248520"/>
            <a:ext cx="10120680" cy="68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ARM A53,  ARM R5F, TI C7X + SOC peripherals + EVM peripherals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9" name="CustomShape 18"/>
          <p:cNvSpPr/>
          <p:nvPr/>
        </p:nvSpPr>
        <p:spPr>
          <a:xfrm>
            <a:off x="11201400" y="6261120"/>
            <a:ext cx="1916640" cy="672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40" name="CustomShape 19"/>
          <p:cNvSpPr/>
          <p:nvPr/>
        </p:nvSpPr>
        <p:spPr>
          <a:xfrm>
            <a:off x="11350800" y="1816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SDK Tools (Flashing, Boot, …)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CustomShape 20"/>
          <p:cNvSpPr/>
          <p:nvPr/>
        </p:nvSpPr>
        <p:spPr>
          <a:xfrm>
            <a:off x="8160120" y="3669120"/>
            <a:ext cx="242316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Software Diagnostics Library (SDL)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914400" y="509904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3"/>
          <p:cNvSpPr/>
          <p:nvPr/>
        </p:nvSpPr>
        <p:spPr>
          <a:xfrm>
            <a:off x="4176000" y="5175360"/>
            <a:ext cx="652896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CustomShape 4"/>
          <p:cNvSpPr/>
          <p:nvPr/>
        </p:nvSpPr>
        <p:spPr>
          <a:xfrm>
            <a:off x="5324400" y="3678120"/>
            <a:ext cx="242316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SOC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6" name="CustomShape 5"/>
          <p:cNvSpPr/>
          <p:nvPr/>
        </p:nvSpPr>
        <p:spPr>
          <a:xfrm>
            <a:off x="7823160" y="5632560"/>
            <a:ext cx="288180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CustomShape 6"/>
          <p:cNvSpPr/>
          <p:nvPr/>
        </p:nvSpPr>
        <p:spPr>
          <a:xfrm>
            <a:off x="4176000" y="5632560"/>
            <a:ext cx="348732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8" name="CustomShape 7"/>
          <p:cNvSpPr/>
          <p:nvPr/>
        </p:nvSpPr>
        <p:spPr>
          <a:xfrm>
            <a:off x="2304000" y="5175360"/>
            <a:ext cx="1747440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9" name="CustomShape 8"/>
          <p:cNvSpPr/>
          <p:nvPr/>
        </p:nvSpPr>
        <p:spPr>
          <a:xfrm>
            <a:off x="2304000" y="1656000"/>
            <a:ext cx="8279280" cy="12232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CustomShape 9"/>
          <p:cNvSpPr/>
          <p:nvPr/>
        </p:nvSpPr>
        <p:spPr>
          <a:xfrm>
            <a:off x="914400" y="3312000"/>
            <a:ext cx="10120680" cy="167148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1" name="CustomShape 10"/>
          <p:cNvSpPr/>
          <p:nvPr/>
        </p:nvSpPr>
        <p:spPr>
          <a:xfrm>
            <a:off x="2304000" y="3672000"/>
            <a:ext cx="249840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2" name="CustomShape 11"/>
          <p:cNvSpPr/>
          <p:nvPr/>
        </p:nvSpPr>
        <p:spPr>
          <a:xfrm>
            <a:off x="914400" y="1295280"/>
            <a:ext cx="10111320" cy="1872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353" name="CustomShape 12"/>
          <p:cNvSpPr/>
          <p:nvPr/>
        </p:nvSpPr>
        <p:spPr>
          <a:xfrm>
            <a:off x="11201400" y="1295280"/>
            <a:ext cx="1916640" cy="486936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CustomShape 13"/>
          <p:cNvSpPr/>
          <p:nvPr/>
        </p:nvSpPr>
        <p:spPr>
          <a:xfrm>
            <a:off x="11350800" y="3753000"/>
            <a:ext cx="1602360" cy="462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SysConfig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CustomShape 14"/>
          <p:cNvSpPr/>
          <p:nvPr/>
        </p:nvSpPr>
        <p:spPr>
          <a:xfrm>
            <a:off x="11350800" y="5105520"/>
            <a:ext cx="1602360" cy="9133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Code Composer Studio (CCS)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CustomShape 15"/>
          <p:cNvSpPr/>
          <p:nvPr/>
        </p:nvSpPr>
        <p:spPr>
          <a:xfrm>
            <a:off x="11350800" y="434340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CLANG 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7" name="CustomShape 16"/>
          <p:cNvSpPr/>
          <p:nvPr/>
        </p:nvSpPr>
        <p:spPr>
          <a:xfrm>
            <a:off x="11350800" y="2743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TI Resource Explorer (TIREX)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8" name="CustomShape 17"/>
          <p:cNvSpPr/>
          <p:nvPr/>
        </p:nvSpPr>
        <p:spPr>
          <a:xfrm>
            <a:off x="914400" y="6248520"/>
            <a:ext cx="10120680" cy="68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ARM A53, ARM M4F,  ARM R5F + SOC peripherals + EVM peripherals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CustomShape 18"/>
          <p:cNvSpPr/>
          <p:nvPr/>
        </p:nvSpPr>
        <p:spPr>
          <a:xfrm>
            <a:off x="11201400" y="6261120"/>
            <a:ext cx="1916640" cy="672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60" name="CustomShape 19"/>
          <p:cNvSpPr/>
          <p:nvPr/>
        </p:nvSpPr>
        <p:spPr>
          <a:xfrm>
            <a:off x="11350800" y="1816200"/>
            <a:ext cx="1602360" cy="862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SDK Tools (Flashing, Boot, …)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1" name="CustomShape 20"/>
          <p:cNvSpPr/>
          <p:nvPr/>
        </p:nvSpPr>
        <p:spPr>
          <a:xfrm>
            <a:off x="8160120" y="3669120"/>
            <a:ext cx="2423160" cy="10792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Software Diagnostics Library (SDL)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914400" y="509904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3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4" name="CustomShape 3"/>
          <p:cNvSpPr/>
          <p:nvPr/>
        </p:nvSpPr>
        <p:spPr>
          <a:xfrm>
            <a:off x="3790800" y="5175360"/>
            <a:ext cx="691416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5" name="CustomShape 4"/>
          <p:cNvSpPr/>
          <p:nvPr/>
        </p:nvSpPr>
        <p:spPr>
          <a:xfrm>
            <a:off x="8540640" y="4156200"/>
            <a:ext cx="2135520" cy="6148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SOC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6" name="CustomShape 5"/>
          <p:cNvSpPr/>
          <p:nvPr/>
        </p:nvSpPr>
        <p:spPr>
          <a:xfrm>
            <a:off x="7823160" y="5632560"/>
            <a:ext cx="288180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7" name="CustomShape 6"/>
          <p:cNvSpPr/>
          <p:nvPr/>
        </p:nvSpPr>
        <p:spPr>
          <a:xfrm>
            <a:off x="3790800" y="5632560"/>
            <a:ext cx="387252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CustomShape 7"/>
          <p:cNvSpPr/>
          <p:nvPr/>
        </p:nvSpPr>
        <p:spPr>
          <a:xfrm>
            <a:off x="2031840" y="5175360"/>
            <a:ext cx="1675440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9" name="CustomShape 8"/>
          <p:cNvSpPr/>
          <p:nvPr/>
        </p:nvSpPr>
        <p:spPr>
          <a:xfrm>
            <a:off x="4121280" y="177012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0" name="CustomShape 9"/>
          <p:cNvSpPr/>
          <p:nvPr/>
        </p:nvSpPr>
        <p:spPr>
          <a:xfrm>
            <a:off x="5737320" y="3060720"/>
            <a:ext cx="242604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LwIP  (TCP/UDP)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1" name="CustomShape 10"/>
          <p:cNvSpPr/>
          <p:nvPr/>
        </p:nvSpPr>
        <p:spPr>
          <a:xfrm>
            <a:off x="914400" y="273672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2" name="CustomShape 11"/>
          <p:cNvSpPr/>
          <p:nvPr/>
        </p:nvSpPr>
        <p:spPr>
          <a:xfrm>
            <a:off x="8288640" y="3060720"/>
            <a:ext cx="2426040" cy="4179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MMWave Framework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3" name="CustomShape 12"/>
          <p:cNvSpPr/>
          <p:nvPr/>
        </p:nvSpPr>
        <p:spPr>
          <a:xfrm>
            <a:off x="914400" y="3917880"/>
            <a:ext cx="10120680" cy="10656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4" name="CustomShape 13"/>
          <p:cNvSpPr/>
          <p:nvPr/>
        </p:nvSpPr>
        <p:spPr>
          <a:xfrm>
            <a:off x="6232680" y="4137120"/>
            <a:ext cx="2145240" cy="63396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 Peripheral Drivers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5" name="CustomShape 14"/>
          <p:cNvSpPr/>
          <p:nvPr/>
        </p:nvSpPr>
        <p:spPr>
          <a:xfrm>
            <a:off x="914400" y="1295280"/>
            <a:ext cx="10111320" cy="130068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6" name="CustomShape 15"/>
          <p:cNvSpPr/>
          <p:nvPr/>
        </p:nvSpPr>
        <p:spPr>
          <a:xfrm>
            <a:off x="11201400" y="1295280"/>
            <a:ext cx="1916640" cy="486936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7" name="CustomShape 16"/>
          <p:cNvSpPr/>
          <p:nvPr/>
        </p:nvSpPr>
        <p:spPr>
          <a:xfrm>
            <a:off x="11350800" y="3686040"/>
            <a:ext cx="1602360" cy="462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SysConfig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8" name="CustomShape 17"/>
          <p:cNvSpPr/>
          <p:nvPr/>
        </p:nvSpPr>
        <p:spPr>
          <a:xfrm>
            <a:off x="11350800" y="539748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Code Composer Studio (CCS)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9" name="CustomShape 18"/>
          <p:cNvSpPr/>
          <p:nvPr/>
        </p:nvSpPr>
        <p:spPr>
          <a:xfrm>
            <a:off x="11350800" y="4838760"/>
            <a:ext cx="1602360" cy="4975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TI CLANG Compiler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0" name="CustomShape 19"/>
          <p:cNvSpPr/>
          <p:nvPr/>
        </p:nvSpPr>
        <p:spPr>
          <a:xfrm>
            <a:off x="11358720" y="295920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TI Resource Explorer (TIREX)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1" name="CustomShape 20"/>
          <p:cNvSpPr/>
          <p:nvPr/>
        </p:nvSpPr>
        <p:spPr>
          <a:xfrm>
            <a:off x="914400" y="6248520"/>
            <a:ext cx="10120680" cy="68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ARM R5F, TI C66x + SOC peripherals + EVM peripherals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2" name="CustomShape 21"/>
          <p:cNvSpPr/>
          <p:nvPr/>
        </p:nvSpPr>
        <p:spPr>
          <a:xfrm>
            <a:off x="11201400" y="6261120"/>
            <a:ext cx="1916640" cy="672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3" name="CustomShape 22"/>
          <p:cNvSpPr/>
          <p:nvPr/>
        </p:nvSpPr>
        <p:spPr>
          <a:xfrm>
            <a:off x="7521480" y="1770120"/>
            <a:ext cx="3192840" cy="4496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MMWave Demos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4" name="CustomShape 23"/>
          <p:cNvSpPr/>
          <p:nvPr/>
        </p:nvSpPr>
        <p:spPr>
          <a:xfrm>
            <a:off x="11358720" y="2220840"/>
            <a:ext cx="1602360" cy="6213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SDK Tools (Flashing, Boot, …)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5" name="CustomShape 24"/>
          <p:cNvSpPr/>
          <p:nvPr/>
        </p:nvSpPr>
        <p:spPr>
          <a:xfrm>
            <a:off x="11350800" y="4244040"/>
            <a:ext cx="1602360" cy="4975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  <a:ea typeface="DejaVu Sans"/>
              </a:rPr>
              <a:t>TI C6000 Compiler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Picture 2" descr=""/>
          <p:cNvPicPr/>
          <p:nvPr/>
        </p:nvPicPr>
        <p:blipFill>
          <a:blip r:embed="rId1"/>
          <a:stretch/>
        </p:blipFill>
        <p:spPr>
          <a:xfrm>
            <a:off x="3200400" y="575640"/>
            <a:ext cx="6509160" cy="6057720"/>
          </a:xfrm>
          <a:prstGeom prst="rect">
            <a:avLst/>
          </a:prstGeom>
          <a:ln w="9360">
            <a:noFill/>
          </a:ln>
        </p:spPr>
      </p:pic>
      <p:sp>
        <p:nvSpPr>
          <p:cNvPr id="387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59346F36-AED2-4410-8E71-E3BEF6A511C7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388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9" name="CustomShape 3"/>
          <p:cNvSpPr/>
          <p:nvPr/>
        </p:nvSpPr>
        <p:spPr>
          <a:xfrm>
            <a:off x="3962520" y="1491840"/>
            <a:ext cx="837000" cy="1707480"/>
          </a:xfrm>
          <a:prstGeom prst="rect">
            <a:avLst/>
          </a:prstGeom>
          <a:noFill/>
          <a:ln w="38160"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0" name="CustomShape 4"/>
          <p:cNvSpPr/>
          <p:nvPr/>
        </p:nvSpPr>
        <p:spPr>
          <a:xfrm flipV="1">
            <a:off x="3851280" y="6194520"/>
            <a:ext cx="263160" cy="48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1" name="CustomShape 5"/>
          <p:cNvSpPr/>
          <p:nvPr/>
        </p:nvSpPr>
        <p:spPr>
          <a:xfrm flipV="1">
            <a:off x="4946760" y="6194520"/>
            <a:ext cx="81360" cy="48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2" name="CustomShape 6"/>
          <p:cNvSpPr/>
          <p:nvPr/>
        </p:nvSpPr>
        <p:spPr>
          <a:xfrm flipH="1" flipV="1">
            <a:off x="5672880" y="6323040"/>
            <a:ext cx="344520" cy="36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3" name="CustomShape 7"/>
          <p:cNvSpPr/>
          <p:nvPr/>
        </p:nvSpPr>
        <p:spPr>
          <a:xfrm>
            <a:off x="3048120" y="234612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4" name="CustomShape 8"/>
          <p:cNvSpPr/>
          <p:nvPr/>
        </p:nvSpPr>
        <p:spPr>
          <a:xfrm>
            <a:off x="5486400" y="6685920"/>
            <a:ext cx="1065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Power switch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5" name="CustomShape 9"/>
          <p:cNvSpPr/>
          <p:nvPr/>
        </p:nvSpPr>
        <p:spPr>
          <a:xfrm>
            <a:off x="4406760" y="6685920"/>
            <a:ext cx="107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UART to USB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6" name="CustomShape 10"/>
          <p:cNvSpPr/>
          <p:nvPr/>
        </p:nvSpPr>
        <p:spPr>
          <a:xfrm>
            <a:off x="3321000" y="6679080"/>
            <a:ext cx="1059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JTAG XDS110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7" name="CustomShape 11"/>
          <p:cNvSpPr/>
          <p:nvPr/>
        </p:nvSpPr>
        <p:spPr>
          <a:xfrm>
            <a:off x="1981080" y="2161440"/>
            <a:ext cx="1053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 MODE 0-15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8" name="CustomShape 12"/>
          <p:cNvSpPr/>
          <p:nvPr/>
        </p:nvSpPr>
        <p:spPr>
          <a:xfrm flipV="1">
            <a:off x="8869680" y="6170760"/>
            <a:ext cx="360" cy="50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9" name="CustomShape 13"/>
          <p:cNvSpPr/>
          <p:nvPr/>
        </p:nvSpPr>
        <p:spPr>
          <a:xfrm>
            <a:off x="8305920" y="6679080"/>
            <a:ext cx="1126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Power supply (12V, 5A)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0" name="CustomShape 14"/>
          <p:cNvSpPr/>
          <p:nvPr/>
        </p:nvSpPr>
        <p:spPr>
          <a:xfrm>
            <a:off x="2146320" y="952200"/>
            <a:ext cx="887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SD card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1" name="CustomShape 15"/>
          <p:cNvSpPr/>
          <p:nvPr/>
        </p:nvSpPr>
        <p:spPr>
          <a:xfrm flipV="1">
            <a:off x="3035160" y="1272960"/>
            <a:ext cx="621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3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E0BB039E-A3BF-441B-A7C3-8CED97C6346D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404" name="Picture 2" descr=""/>
          <p:cNvPicPr/>
          <p:nvPr/>
        </p:nvPicPr>
        <p:blipFill>
          <a:blip r:embed="rId1"/>
          <a:stretch/>
        </p:blipFill>
        <p:spPr>
          <a:xfrm rot="16200000">
            <a:off x="1816920" y="-67896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405" name="CustomShape 3"/>
          <p:cNvSpPr/>
          <p:nvPr/>
        </p:nvSpPr>
        <p:spPr>
          <a:xfrm>
            <a:off x="655560" y="134748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6" name="CustomShape 4"/>
          <p:cNvSpPr/>
          <p:nvPr/>
        </p:nvSpPr>
        <p:spPr>
          <a:xfrm>
            <a:off x="7444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7" name="CustomShape 5"/>
          <p:cNvSpPr/>
          <p:nvPr/>
        </p:nvSpPr>
        <p:spPr>
          <a:xfrm>
            <a:off x="9730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8" name="CustomShape 6"/>
          <p:cNvSpPr/>
          <p:nvPr/>
        </p:nvSpPr>
        <p:spPr>
          <a:xfrm>
            <a:off x="1189080" y="1652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9" name="CustomShape 7"/>
          <p:cNvSpPr/>
          <p:nvPr/>
        </p:nvSpPr>
        <p:spPr>
          <a:xfrm>
            <a:off x="14176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0" name="CustomShape 8"/>
          <p:cNvSpPr/>
          <p:nvPr/>
        </p:nvSpPr>
        <p:spPr>
          <a:xfrm>
            <a:off x="16462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1" name="CustomShape 9"/>
          <p:cNvSpPr/>
          <p:nvPr/>
        </p:nvSpPr>
        <p:spPr>
          <a:xfrm>
            <a:off x="18748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2" name="CustomShape 10"/>
          <p:cNvSpPr/>
          <p:nvPr/>
        </p:nvSpPr>
        <p:spPr>
          <a:xfrm>
            <a:off x="20908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3" name="CustomShape 11"/>
          <p:cNvSpPr/>
          <p:nvPr/>
        </p:nvSpPr>
        <p:spPr>
          <a:xfrm>
            <a:off x="2319480" y="14238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4" name="CustomShape 12"/>
          <p:cNvSpPr/>
          <p:nvPr/>
        </p:nvSpPr>
        <p:spPr>
          <a:xfrm>
            <a:off x="655560" y="291204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5" name="CustomShape 13"/>
          <p:cNvSpPr/>
          <p:nvPr/>
        </p:nvSpPr>
        <p:spPr>
          <a:xfrm>
            <a:off x="3246480" y="287496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CustomShape 14"/>
          <p:cNvSpPr/>
          <p:nvPr/>
        </p:nvSpPr>
        <p:spPr>
          <a:xfrm>
            <a:off x="3221280" y="132768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7" name="CustomShape 15"/>
          <p:cNvSpPr/>
          <p:nvPr/>
        </p:nvSpPr>
        <p:spPr>
          <a:xfrm>
            <a:off x="33098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8" name="CustomShape 16"/>
          <p:cNvSpPr/>
          <p:nvPr/>
        </p:nvSpPr>
        <p:spPr>
          <a:xfrm>
            <a:off x="35384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9" name="CustomShape 17"/>
          <p:cNvSpPr/>
          <p:nvPr/>
        </p:nvSpPr>
        <p:spPr>
          <a:xfrm>
            <a:off x="37544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0" name="CustomShape 18"/>
          <p:cNvSpPr/>
          <p:nvPr/>
        </p:nvSpPr>
        <p:spPr>
          <a:xfrm>
            <a:off x="39830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1" name="CustomShape 19"/>
          <p:cNvSpPr/>
          <p:nvPr/>
        </p:nvSpPr>
        <p:spPr>
          <a:xfrm>
            <a:off x="42116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2" name="CustomShape 20"/>
          <p:cNvSpPr/>
          <p:nvPr/>
        </p:nvSpPr>
        <p:spPr>
          <a:xfrm>
            <a:off x="44402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3" name="CustomShape 21"/>
          <p:cNvSpPr/>
          <p:nvPr/>
        </p:nvSpPr>
        <p:spPr>
          <a:xfrm>
            <a:off x="46562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4" name="CustomShape 22"/>
          <p:cNvSpPr/>
          <p:nvPr/>
        </p:nvSpPr>
        <p:spPr>
          <a:xfrm>
            <a:off x="4884840" y="1676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5" name="CustomShape 23"/>
          <p:cNvSpPr/>
          <p:nvPr/>
        </p:nvSpPr>
        <p:spPr>
          <a:xfrm>
            <a:off x="1998720" y="3664800"/>
            <a:ext cx="198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BOOT MODE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426" name="Picture 2" descr=""/>
          <p:cNvPicPr/>
          <p:nvPr/>
        </p:nvPicPr>
        <p:blipFill>
          <a:blip r:embed="rId2"/>
          <a:stretch/>
        </p:blipFill>
        <p:spPr>
          <a:xfrm rot="16200000">
            <a:off x="1816920" y="306756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427" name="CustomShape 24"/>
          <p:cNvSpPr/>
          <p:nvPr/>
        </p:nvSpPr>
        <p:spPr>
          <a:xfrm>
            <a:off x="655560" y="509508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8" name="CustomShape 25"/>
          <p:cNvSpPr/>
          <p:nvPr/>
        </p:nvSpPr>
        <p:spPr>
          <a:xfrm>
            <a:off x="74448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9" name="CustomShape 26"/>
          <p:cNvSpPr/>
          <p:nvPr/>
        </p:nvSpPr>
        <p:spPr>
          <a:xfrm>
            <a:off x="97308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0" name="CustomShape 27"/>
          <p:cNvSpPr/>
          <p:nvPr/>
        </p:nvSpPr>
        <p:spPr>
          <a:xfrm>
            <a:off x="1189080" y="5400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1" name="CustomShape 28"/>
          <p:cNvSpPr/>
          <p:nvPr/>
        </p:nvSpPr>
        <p:spPr>
          <a:xfrm>
            <a:off x="141768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2" name="CustomShape 29"/>
          <p:cNvSpPr/>
          <p:nvPr/>
        </p:nvSpPr>
        <p:spPr>
          <a:xfrm>
            <a:off x="164628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3" name="CustomShape 30"/>
          <p:cNvSpPr/>
          <p:nvPr/>
        </p:nvSpPr>
        <p:spPr>
          <a:xfrm>
            <a:off x="187488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4" name="CustomShape 31"/>
          <p:cNvSpPr/>
          <p:nvPr/>
        </p:nvSpPr>
        <p:spPr>
          <a:xfrm>
            <a:off x="2090880" y="5400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5" name="CustomShape 32"/>
          <p:cNvSpPr/>
          <p:nvPr/>
        </p:nvSpPr>
        <p:spPr>
          <a:xfrm>
            <a:off x="2324880" y="5400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6" name="CustomShape 33"/>
          <p:cNvSpPr/>
          <p:nvPr/>
        </p:nvSpPr>
        <p:spPr>
          <a:xfrm>
            <a:off x="655560" y="665964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7" name="CustomShape 34"/>
          <p:cNvSpPr/>
          <p:nvPr/>
        </p:nvSpPr>
        <p:spPr>
          <a:xfrm>
            <a:off x="3246480" y="662256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8" name="CustomShape 35"/>
          <p:cNvSpPr/>
          <p:nvPr/>
        </p:nvSpPr>
        <p:spPr>
          <a:xfrm>
            <a:off x="3221280" y="507528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9" name="CustomShape 36"/>
          <p:cNvSpPr/>
          <p:nvPr/>
        </p:nvSpPr>
        <p:spPr>
          <a:xfrm>
            <a:off x="330984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0" name="CustomShape 37"/>
          <p:cNvSpPr/>
          <p:nvPr/>
        </p:nvSpPr>
        <p:spPr>
          <a:xfrm>
            <a:off x="3538440" y="54237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1" name="CustomShape 38"/>
          <p:cNvSpPr/>
          <p:nvPr/>
        </p:nvSpPr>
        <p:spPr>
          <a:xfrm>
            <a:off x="3754440" y="51728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2" name="CustomShape 39"/>
          <p:cNvSpPr/>
          <p:nvPr/>
        </p:nvSpPr>
        <p:spPr>
          <a:xfrm>
            <a:off x="399564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3" name="CustomShape 40"/>
          <p:cNvSpPr/>
          <p:nvPr/>
        </p:nvSpPr>
        <p:spPr>
          <a:xfrm>
            <a:off x="4211640" y="54237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4" name="CustomShape 41"/>
          <p:cNvSpPr/>
          <p:nvPr/>
        </p:nvSpPr>
        <p:spPr>
          <a:xfrm>
            <a:off x="4440240" y="54237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5" name="CustomShape 42"/>
          <p:cNvSpPr/>
          <p:nvPr/>
        </p:nvSpPr>
        <p:spPr>
          <a:xfrm>
            <a:off x="4656240" y="54237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6" name="CustomShape 43"/>
          <p:cNvSpPr/>
          <p:nvPr/>
        </p:nvSpPr>
        <p:spPr>
          <a:xfrm>
            <a:off x="4884840" y="54237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7" name="CustomShape 44"/>
          <p:cNvSpPr/>
          <p:nvPr/>
        </p:nvSpPr>
        <p:spPr>
          <a:xfrm>
            <a:off x="1961640" y="7412400"/>
            <a:ext cx="225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UART BOOT MODE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448" name="Picture 2" descr=""/>
          <p:cNvPicPr/>
          <p:nvPr/>
        </p:nvPicPr>
        <p:blipFill>
          <a:blip r:embed="rId3"/>
          <a:stretch/>
        </p:blipFill>
        <p:spPr>
          <a:xfrm rot="16200000">
            <a:off x="7776360" y="-71604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449" name="CustomShape 45"/>
          <p:cNvSpPr/>
          <p:nvPr/>
        </p:nvSpPr>
        <p:spPr>
          <a:xfrm>
            <a:off x="6615000" y="131040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0" name="CustomShape 46"/>
          <p:cNvSpPr/>
          <p:nvPr/>
        </p:nvSpPr>
        <p:spPr>
          <a:xfrm>
            <a:off x="6703920" y="1386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1" name="CustomShape 47"/>
          <p:cNvSpPr/>
          <p:nvPr/>
        </p:nvSpPr>
        <p:spPr>
          <a:xfrm>
            <a:off x="6932520" y="1386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2" name="CustomShape 48"/>
          <p:cNvSpPr/>
          <p:nvPr/>
        </p:nvSpPr>
        <p:spPr>
          <a:xfrm>
            <a:off x="7148520" y="16153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3" name="CustomShape 49"/>
          <p:cNvSpPr/>
          <p:nvPr/>
        </p:nvSpPr>
        <p:spPr>
          <a:xfrm>
            <a:off x="7377120" y="16009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4" name="CustomShape 50"/>
          <p:cNvSpPr/>
          <p:nvPr/>
        </p:nvSpPr>
        <p:spPr>
          <a:xfrm>
            <a:off x="7605720" y="1386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5" name="CustomShape 51"/>
          <p:cNvSpPr/>
          <p:nvPr/>
        </p:nvSpPr>
        <p:spPr>
          <a:xfrm>
            <a:off x="7834320" y="1386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6" name="CustomShape 52"/>
          <p:cNvSpPr/>
          <p:nvPr/>
        </p:nvSpPr>
        <p:spPr>
          <a:xfrm>
            <a:off x="8050320" y="1386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7" name="CustomShape 53"/>
          <p:cNvSpPr/>
          <p:nvPr/>
        </p:nvSpPr>
        <p:spPr>
          <a:xfrm>
            <a:off x="8277120" y="15955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8" name="CustomShape 54"/>
          <p:cNvSpPr/>
          <p:nvPr/>
        </p:nvSpPr>
        <p:spPr>
          <a:xfrm>
            <a:off x="6615000" y="287496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9" name="CustomShape 55"/>
          <p:cNvSpPr/>
          <p:nvPr/>
        </p:nvSpPr>
        <p:spPr>
          <a:xfrm>
            <a:off x="9205920" y="283752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0" name="CustomShape 56"/>
          <p:cNvSpPr/>
          <p:nvPr/>
        </p:nvSpPr>
        <p:spPr>
          <a:xfrm>
            <a:off x="9180360" y="129060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1" name="CustomShape 57"/>
          <p:cNvSpPr/>
          <p:nvPr/>
        </p:nvSpPr>
        <p:spPr>
          <a:xfrm>
            <a:off x="9281880" y="1639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2" name="CustomShape 58"/>
          <p:cNvSpPr/>
          <p:nvPr/>
        </p:nvSpPr>
        <p:spPr>
          <a:xfrm>
            <a:off x="9497880" y="14205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3" name="CustomShape 59"/>
          <p:cNvSpPr/>
          <p:nvPr/>
        </p:nvSpPr>
        <p:spPr>
          <a:xfrm>
            <a:off x="9726480" y="16444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4" name="CustomShape 60"/>
          <p:cNvSpPr/>
          <p:nvPr/>
        </p:nvSpPr>
        <p:spPr>
          <a:xfrm>
            <a:off x="9929880" y="16326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5" name="CustomShape 61"/>
          <p:cNvSpPr/>
          <p:nvPr/>
        </p:nvSpPr>
        <p:spPr>
          <a:xfrm>
            <a:off x="10171080" y="1639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6" name="CustomShape 62"/>
          <p:cNvSpPr/>
          <p:nvPr/>
        </p:nvSpPr>
        <p:spPr>
          <a:xfrm>
            <a:off x="10399680" y="1639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7" name="CustomShape 63"/>
          <p:cNvSpPr/>
          <p:nvPr/>
        </p:nvSpPr>
        <p:spPr>
          <a:xfrm>
            <a:off x="10615680" y="1639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8" name="CustomShape 64"/>
          <p:cNvSpPr/>
          <p:nvPr/>
        </p:nvSpPr>
        <p:spPr>
          <a:xfrm>
            <a:off x="10844280" y="1639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9" name="CustomShape 65"/>
          <p:cNvSpPr/>
          <p:nvPr/>
        </p:nvSpPr>
        <p:spPr>
          <a:xfrm>
            <a:off x="7920360" y="3627720"/>
            <a:ext cx="218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OSPI BOOT MODE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470" name="Picture 2" descr=""/>
          <p:cNvPicPr/>
          <p:nvPr/>
        </p:nvPicPr>
        <p:blipFill>
          <a:blip r:embed="rId4"/>
          <a:stretch/>
        </p:blipFill>
        <p:spPr>
          <a:xfrm rot="16200000">
            <a:off x="7698240" y="306756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471" name="CustomShape 66"/>
          <p:cNvSpPr/>
          <p:nvPr/>
        </p:nvSpPr>
        <p:spPr>
          <a:xfrm>
            <a:off x="6536880" y="509544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2" name="CustomShape 67"/>
          <p:cNvSpPr/>
          <p:nvPr/>
        </p:nvSpPr>
        <p:spPr>
          <a:xfrm>
            <a:off x="662580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3" name="CustomShape 68"/>
          <p:cNvSpPr/>
          <p:nvPr/>
        </p:nvSpPr>
        <p:spPr>
          <a:xfrm>
            <a:off x="685440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4" name="CustomShape 69"/>
          <p:cNvSpPr/>
          <p:nvPr/>
        </p:nvSpPr>
        <p:spPr>
          <a:xfrm>
            <a:off x="7070400" y="5400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5" name="CustomShape 70"/>
          <p:cNvSpPr/>
          <p:nvPr/>
        </p:nvSpPr>
        <p:spPr>
          <a:xfrm>
            <a:off x="7299000" y="538596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6" name="CustomShape 71"/>
          <p:cNvSpPr/>
          <p:nvPr/>
        </p:nvSpPr>
        <p:spPr>
          <a:xfrm>
            <a:off x="7540200" y="53802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7" name="CustomShape 72"/>
          <p:cNvSpPr/>
          <p:nvPr/>
        </p:nvSpPr>
        <p:spPr>
          <a:xfrm>
            <a:off x="7768800" y="53802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8" name="CustomShape 73"/>
          <p:cNvSpPr/>
          <p:nvPr/>
        </p:nvSpPr>
        <p:spPr>
          <a:xfrm>
            <a:off x="797184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9" name="CustomShape 74"/>
          <p:cNvSpPr/>
          <p:nvPr/>
        </p:nvSpPr>
        <p:spPr>
          <a:xfrm>
            <a:off x="8202600" y="5171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0" name="CustomShape 75"/>
          <p:cNvSpPr/>
          <p:nvPr/>
        </p:nvSpPr>
        <p:spPr>
          <a:xfrm>
            <a:off x="6536880" y="665964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1" name="CustomShape 76"/>
          <p:cNvSpPr/>
          <p:nvPr/>
        </p:nvSpPr>
        <p:spPr>
          <a:xfrm>
            <a:off x="9127800" y="662256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CustomShape 77"/>
          <p:cNvSpPr/>
          <p:nvPr/>
        </p:nvSpPr>
        <p:spPr>
          <a:xfrm>
            <a:off x="9102240" y="507564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3" name="CustomShape 78"/>
          <p:cNvSpPr/>
          <p:nvPr/>
        </p:nvSpPr>
        <p:spPr>
          <a:xfrm>
            <a:off x="9203760" y="54241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4" name="CustomShape 79"/>
          <p:cNvSpPr/>
          <p:nvPr/>
        </p:nvSpPr>
        <p:spPr>
          <a:xfrm>
            <a:off x="9419760" y="52052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5" name="CustomShape 80"/>
          <p:cNvSpPr/>
          <p:nvPr/>
        </p:nvSpPr>
        <p:spPr>
          <a:xfrm>
            <a:off x="9637560" y="52052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6" name="CustomShape 81"/>
          <p:cNvSpPr/>
          <p:nvPr/>
        </p:nvSpPr>
        <p:spPr>
          <a:xfrm>
            <a:off x="9851400" y="5417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7" name="CustomShape 82"/>
          <p:cNvSpPr/>
          <p:nvPr/>
        </p:nvSpPr>
        <p:spPr>
          <a:xfrm>
            <a:off x="10092960" y="52052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8" name="CustomShape 83"/>
          <p:cNvSpPr/>
          <p:nvPr/>
        </p:nvSpPr>
        <p:spPr>
          <a:xfrm>
            <a:off x="10308960" y="52027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9" name="CustomShape 84"/>
          <p:cNvSpPr/>
          <p:nvPr/>
        </p:nvSpPr>
        <p:spPr>
          <a:xfrm>
            <a:off x="10537200" y="54241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0" name="CustomShape 85"/>
          <p:cNvSpPr/>
          <p:nvPr/>
        </p:nvSpPr>
        <p:spPr>
          <a:xfrm>
            <a:off x="10765800" y="542412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1" name="CustomShape 86"/>
          <p:cNvSpPr/>
          <p:nvPr/>
        </p:nvSpPr>
        <p:spPr>
          <a:xfrm>
            <a:off x="7841520" y="7412400"/>
            <a:ext cx="195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SD BOOT MODE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00865A5-F5AC-4EFF-8F1F-40BE91F24245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493" name="Picture 2" descr=""/>
          <p:cNvPicPr/>
          <p:nvPr/>
        </p:nvPicPr>
        <p:blipFill>
          <a:blip r:embed="rId1"/>
          <a:stretch/>
        </p:blipFill>
        <p:spPr>
          <a:xfrm rot="16200000">
            <a:off x="10208880" y="-74772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494" name="CustomShape 2"/>
          <p:cNvSpPr/>
          <p:nvPr/>
        </p:nvSpPr>
        <p:spPr>
          <a:xfrm>
            <a:off x="9047520" y="127872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5" name="CustomShape 3"/>
          <p:cNvSpPr/>
          <p:nvPr/>
        </p:nvSpPr>
        <p:spPr>
          <a:xfrm>
            <a:off x="9136440" y="13550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6" name="CustomShape 4"/>
          <p:cNvSpPr/>
          <p:nvPr/>
        </p:nvSpPr>
        <p:spPr>
          <a:xfrm>
            <a:off x="9365040" y="13550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7" name="CustomShape 5"/>
          <p:cNvSpPr/>
          <p:nvPr/>
        </p:nvSpPr>
        <p:spPr>
          <a:xfrm>
            <a:off x="9581040" y="1583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8" name="CustomShape 6"/>
          <p:cNvSpPr/>
          <p:nvPr/>
        </p:nvSpPr>
        <p:spPr>
          <a:xfrm>
            <a:off x="9809640" y="13550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9" name="CustomShape 7"/>
          <p:cNvSpPr/>
          <p:nvPr/>
        </p:nvSpPr>
        <p:spPr>
          <a:xfrm>
            <a:off x="10051200" y="1583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0" name="CustomShape 8"/>
          <p:cNvSpPr/>
          <p:nvPr/>
        </p:nvSpPr>
        <p:spPr>
          <a:xfrm>
            <a:off x="10292400" y="1583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1" name="CustomShape 9"/>
          <p:cNvSpPr/>
          <p:nvPr/>
        </p:nvSpPr>
        <p:spPr>
          <a:xfrm>
            <a:off x="10482480" y="13550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2" name="CustomShape 10"/>
          <p:cNvSpPr/>
          <p:nvPr/>
        </p:nvSpPr>
        <p:spPr>
          <a:xfrm>
            <a:off x="10711440" y="15728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3" name="CustomShape 11"/>
          <p:cNvSpPr/>
          <p:nvPr/>
        </p:nvSpPr>
        <p:spPr>
          <a:xfrm>
            <a:off x="9047520" y="284328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4" name="CustomShape 12"/>
          <p:cNvSpPr/>
          <p:nvPr/>
        </p:nvSpPr>
        <p:spPr>
          <a:xfrm>
            <a:off x="11638440" y="280584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5" name="CustomShape 13"/>
          <p:cNvSpPr/>
          <p:nvPr/>
        </p:nvSpPr>
        <p:spPr>
          <a:xfrm>
            <a:off x="11612880" y="125892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6" name="CustomShape 14"/>
          <p:cNvSpPr/>
          <p:nvPr/>
        </p:nvSpPr>
        <p:spPr>
          <a:xfrm>
            <a:off x="117018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7" name="CustomShape 15"/>
          <p:cNvSpPr/>
          <p:nvPr/>
        </p:nvSpPr>
        <p:spPr>
          <a:xfrm>
            <a:off x="119304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8" name="CustomShape 16"/>
          <p:cNvSpPr/>
          <p:nvPr/>
        </p:nvSpPr>
        <p:spPr>
          <a:xfrm>
            <a:off x="121464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9" name="CustomShape 17"/>
          <p:cNvSpPr/>
          <p:nvPr/>
        </p:nvSpPr>
        <p:spPr>
          <a:xfrm>
            <a:off x="123750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CustomShape 18"/>
          <p:cNvSpPr/>
          <p:nvPr/>
        </p:nvSpPr>
        <p:spPr>
          <a:xfrm>
            <a:off x="126036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CustomShape 19"/>
          <p:cNvSpPr/>
          <p:nvPr/>
        </p:nvSpPr>
        <p:spPr>
          <a:xfrm>
            <a:off x="1283220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CustomShape 20"/>
          <p:cNvSpPr/>
          <p:nvPr/>
        </p:nvSpPr>
        <p:spPr>
          <a:xfrm>
            <a:off x="1304784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3" name="CustomShape 21"/>
          <p:cNvSpPr/>
          <p:nvPr/>
        </p:nvSpPr>
        <p:spPr>
          <a:xfrm>
            <a:off x="13276440" y="16074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CustomShape 22"/>
          <p:cNvSpPr/>
          <p:nvPr/>
        </p:nvSpPr>
        <p:spPr>
          <a:xfrm>
            <a:off x="10353960" y="3596040"/>
            <a:ext cx="233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EMMC BOOT MODE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515" name="Picture 2" descr=""/>
          <p:cNvPicPr/>
          <p:nvPr/>
        </p:nvPicPr>
        <p:blipFill>
          <a:blip r:embed="rId2"/>
          <a:stretch/>
        </p:blipFill>
        <p:spPr>
          <a:xfrm rot="16200000">
            <a:off x="2014920" y="-780120"/>
            <a:ext cx="2278080" cy="4905720"/>
          </a:xfrm>
          <a:prstGeom prst="rect">
            <a:avLst/>
          </a:prstGeom>
          <a:ln w="0">
            <a:noFill/>
          </a:ln>
        </p:spPr>
      </p:pic>
      <p:sp>
        <p:nvSpPr>
          <p:cNvPr id="516" name="CustomShape 23"/>
          <p:cNvSpPr/>
          <p:nvPr/>
        </p:nvSpPr>
        <p:spPr>
          <a:xfrm>
            <a:off x="853920" y="124632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7" name="CustomShape 24"/>
          <p:cNvSpPr/>
          <p:nvPr/>
        </p:nvSpPr>
        <p:spPr>
          <a:xfrm>
            <a:off x="94284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8" name="CustomShape 25"/>
          <p:cNvSpPr/>
          <p:nvPr/>
        </p:nvSpPr>
        <p:spPr>
          <a:xfrm>
            <a:off x="117144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9" name="CustomShape 26"/>
          <p:cNvSpPr/>
          <p:nvPr/>
        </p:nvSpPr>
        <p:spPr>
          <a:xfrm>
            <a:off x="1387080" y="15512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0" name="CustomShape 27"/>
          <p:cNvSpPr/>
          <p:nvPr/>
        </p:nvSpPr>
        <p:spPr>
          <a:xfrm>
            <a:off x="161568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1" name="CustomShape 28"/>
          <p:cNvSpPr/>
          <p:nvPr/>
        </p:nvSpPr>
        <p:spPr>
          <a:xfrm>
            <a:off x="184428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2" name="CustomShape 29"/>
          <p:cNvSpPr/>
          <p:nvPr/>
        </p:nvSpPr>
        <p:spPr>
          <a:xfrm>
            <a:off x="207288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3" name="CustomShape 30"/>
          <p:cNvSpPr/>
          <p:nvPr/>
        </p:nvSpPr>
        <p:spPr>
          <a:xfrm>
            <a:off x="2288880" y="132264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4" name="CustomShape 31"/>
          <p:cNvSpPr/>
          <p:nvPr/>
        </p:nvSpPr>
        <p:spPr>
          <a:xfrm>
            <a:off x="2547720" y="156708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5" name="CustomShape 32"/>
          <p:cNvSpPr/>
          <p:nvPr/>
        </p:nvSpPr>
        <p:spPr>
          <a:xfrm>
            <a:off x="853920" y="281088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0:7 (SW2)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CustomShape 33"/>
          <p:cNvSpPr/>
          <p:nvPr/>
        </p:nvSpPr>
        <p:spPr>
          <a:xfrm>
            <a:off x="3444480" y="2773440"/>
            <a:ext cx="198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BOOTMODE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8:15 (SW3)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CustomShape 34"/>
          <p:cNvSpPr/>
          <p:nvPr/>
        </p:nvSpPr>
        <p:spPr>
          <a:xfrm>
            <a:off x="3419280" y="1226520"/>
            <a:ext cx="1980000" cy="6084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8" name="CustomShape 35"/>
          <p:cNvSpPr/>
          <p:nvPr/>
        </p:nvSpPr>
        <p:spPr>
          <a:xfrm>
            <a:off x="35082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9" name="CustomShape 36"/>
          <p:cNvSpPr/>
          <p:nvPr/>
        </p:nvSpPr>
        <p:spPr>
          <a:xfrm>
            <a:off x="37368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0" name="CustomShape 37"/>
          <p:cNvSpPr/>
          <p:nvPr/>
        </p:nvSpPr>
        <p:spPr>
          <a:xfrm>
            <a:off x="39528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1" name="CustomShape 38"/>
          <p:cNvSpPr/>
          <p:nvPr/>
        </p:nvSpPr>
        <p:spPr>
          <a:xfrm>
            <a:off x="41814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2" name="CustomShape 39"/>
          <p:cNvSpPr/>
          <p:nvPr/>
        </p:nvSpPr>
        <p:spPr>
          <a:xfrm>
            <a:off x="44100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3" name="CustomShape 40"/>
          <p:cNvSpPr/>
          <p:nvPr/>
        </p:nvSpPr>
        <p:spPr>
          <a:xfrm>
            <a:off x="463860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4" name="CustomShape 41"/>
          <p:cNvSpPr/>
          <p:nvPr/>
        </p:nvSpPr>
        <p:spPr>
          <a:xfrm>
            <a:off x="485424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5" name="CustomShape 42"/>
          <p:cNvSpPr/>
          <p:nvPr/>
        </p:nvSpPr>
        <p:spPr>
          <a:xfrm>
            <a:off x="5082840" y="1575000"/>
            <a:ext cx="151200" cy="1512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6" name="CustomShape 43"/>
          <p:cNvSpPr/>
          <p:nvPr/>
        </p:nvSpPr>
        <p:spPr>
          <a:xfrm>
            <a:off x="2159280" y="3563280"/>
            <a:ext cx="2108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 BOOT MODE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Content Placeholder 8" descr=""/>
          <p:cNvPicPr/>
          <p:nvPr/>
        </p:nvPicPr>
        <p:blipFill>
          <a:blip r:embed="rId1"/>
          <a:stretch/>
        </p:blipFill>
        <p:spPr>
          <a:xfrm>
            <a:off x="2057400" y="1706400"/>
            <a:ext cx="10892520" cy="6126840"/>
          </a:xfrm>
          <a:prstGeom prst="rect">
            <a:avLst/>
          </a:prstGeom>
          <a:ln w="9360">
            <a:noFill/>
          </a:ln>
        </p:spPr>
      </p:pic>
      <p:sp>
        <p:nvSpPr>
          <p:cNvPr id="538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652E9CD-1098-4665-AA81-107E4981BAB7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539" name="CustomShape 2"/>
          <p:cNvSpPr/>
          <p:nvPr/>
        </p:nvSpPr>
        <p:spPr>
          <a:xfrm>
            <a:off x="0" y="7391520"/>
            <a:ext cx="14629320" cy="837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0" name="CustomShape 3"/>
          <p:cNvSpPr/>
          <p:nvPr/>
        </p:nvSpPr>
        <p:spPr>
          <a:xfrm>
            <a:off x="3983400" y="4501800"/>
            <a:ext cx="1101240" cy="1065600"/>
          </a:xfrm>
          <a:prstGeom prst="rect">
            <a:avLst/>
          </a:prstGeom>
          <a:noFill/>
          <a:ln w="38160"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1" name="CustomShape 4"/>
          <p:cNvSpPr/>
          <p:nvPr/>
        </p:nvSpPr>
        <p:spPr>
          <a:xfrm>
            <a:off x="3733920" y="1282320"/>
            <a:ext cx="347040" cy="532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2" name="CustomShape 5"/>
          <p:cNvSpPr/>
          <p:nvPr/>
        </p:nvSpPr>
        <p:spPr>
          <a:xfrm>
            <a:off x="3035160" y="495288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3" name="CustomShape 6"/>
          <p:cNvSpPr/>
          <p:nvPr/>
        </p:nvSpPr>
        <p:spPr>
          <a:xfrm>
            <a:off x="4513320" y="610920"/>
            <a:ext cx="107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UART to USB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4" name="CustomShape 7"/>
          <p:cNvSpPr/>
          <p:nvPr/>
        </p:nvSpPr>
        <p:spPr>
          <a:xfrm>
            <a:off x="2887920" y="675720"/>
            <a:ext cx="1059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JTAG XDS110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5" name="CustomShape 8"/>
          <p:cNvSpPr/>
          <p:nvPr/>
        </p:nvSpPr>
        <p:spPr>
          <a:xfrm>
            <a:off x="1679400" y="4573440"/>
            <a:ext cx="13212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 MODE SW2 (0-7)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6" name="CustomShape 9"/>
          <p:cNvSpPr/>
          <p:nvPr/>
        </p:nvSpPr>
        <p:spPr>
          <a:xfrm flipH="1">
            <a:off x="6274080" y="1349640"/>
            <a:ext cx="277200" cy="42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7" name="CustomShape 10"/>
          <p:cNvSpPr/>
          <p:nvPr/>
        </p:nvSpPr>
        <p:spPr>
          <a:xfrm>
            <a:off x="6141600" y="488160"/>
            <a:ext cx="1126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Power supply (12V, 5A)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8" name="CustomShape 11"/>
          <p:cNvSpPr/>
          <p:nvPr/>
        </p:nvSpPr>
        <p:spPr>
          <a:xfrm flipH="1">
            <a:off x="4915800" y="1279440"/>
            <a:ext cx="126720" cy="535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9" name="CustomShape 12"/>
          <p:cNvSpPr/>
          <p:nvPr/>
        </p:nvSpPr>
        <p:spPr>
          <a:xfrm>
            <a:off x="3983400" y="5643720"/>
            <a:ext cx="1101240" cy="1065600"/>
          </a:xfrm>
          <a:prstGeom prst="rect">
            <a:avLst/>
          </a:prstGeom>
          <a:noFill/>
          <a:ln w="38160"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0" name="CustomShape 13"/>
          <p:cNvSpPr/>
          <p:nvPr/>
        </p:nvSpPr>
        <p:spPr>
          <a:xfrm>
            <a:off x="1679400" y="5740200"/>
            <a:ext cx="1377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 MODE SW3 (8-15)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1" name="CustomShape 14"/>
          <p:cNvSpPr/>
          <p:nvPr/>
        </p:nvSpPr>
        <p:spPr>
          <a:xfrm>
            <a:off x="3001680" y="61722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70CF2AE6-039E-4B58-9656-A65EB56E0321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553" name="Picture 2" descr=""/>
          <p:cNvPicPr/>
          <p:nvPr/>
        </p:nvPicPr>
        <p:blipFill>
          <a:blip r:embed="rId1"/>
          <a:srcRect l="4023" t="5413" r="27526" b="12201"/>
          <a:stretch/>
        </p:blipFill>
        <p:spPr>
          <a:xfrm rot="5400000">
            <a:off x="2134440" y="75960"/>
            <a:ext cx="2589840" cy="4113720"/>
          </a:xfrm>
          <a:prstGeom prst="rect">
            <a:avLst/>
          </a:prstGeom>
          <a:ln w="0">
            <a:noFill/>
          </a:ln>
        </p:spPr>
      </p:pic>
      <p:grpSp>
        <p:nvGrpSpPr>
          <p:cNvPr id="554" name="Group 2"/>
          <p:cNvGrpSpPr/>
          <p:nvPr/>
        </p:nvGrpSpPr>
        <p:grpSpPr>
          <a:xfrm>
            <a:off x="3642480" y="1828800"/>
            <a:ext cx="1675440" cy="456120"/>
            <a:chOff x="3642480" y="1828800"/>
            <a:chExt cx="1675440" cy="456120"/>
          </a:xfrm>
        </p:grpSpPr>
        <p:sp>
          <p:nvSpPr>
            <p:cNvPr id="555" name="CustomShape 3"/>
            <p:cNvSpPr/>
            <p:nvPr/>
          </p:nvSpPr>
          <p:spPr>
            <a:xfrm>
              <a:off x="3642480" y="182880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56" name="CustomShape 4"/>
            <p:cNvSpPr/>
            <p:nvPr/>
          </p:nvSpPr>
          <p:spPr>
            <a:xfrm>
              <a:off x="510552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7" name="CustomShape 5"/>
            <p:cNvSpPr/>
            <p:nvPr/>
          </p:nvSpPr>
          <p:spPr>
            <a:xfrm>
              <a:off x="489204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8" name="CustomShape 6"/>
            <p:cNvSpPr/>
            <p:nvPr/>
          </p:nvSpPr>
          <p:spPr>
            <a:xfrm>
              <a:off x="4686120" y="20574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9" name="CustomShape 7"/>
            <p:cNvSpPr/>
            <p:nvPr/>
          </p:nvSpPr>
          <p:spPr>
            <a:xfrm>
              <a:off x="446904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0" name="CustomShape 8"/>
            <p:cNvSpPr/>
            <p:nvPr/>
          </p:nvSpPr>
          <p:spPr>
            <a:xfrm>
              <a:off x="425772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1" name="CustomShape 9"/>
            <p:cNvSpPr/>
            <p:nvPr/>
          </p:nvSpPr>
          <p:spPr>
            <a:xfrm>
              <a:off x="405000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2" name="CustomShape 10"/>
            <p:cNvSpPr/>
            <p:nvPr/>
          </p:nvSpPr>
          <p:spPr>
            <a:xfrm>
              <a:off x="3870000" y="20574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3" name="CustomShape 11"/>
            <p:cNvSpPr/>
            <p:nvPr/>
          </p:nvSpPr>
          <p:spPr>
            <a:xfrm>
              <a:off x="3684240" y="20574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64" name="Group 12"/>
          <p:cNvGrpSpPr/>
          <p:nvPr/>
        </p:nvGrpSpPr>
        <p:grpSpPr>
          <a:xfrm>
            <a:off x="1703160" y="1828800"/>
            <a:ext cx="1675440" cy="456120"/>
            <a:chOff x="1703160" y="1828800"/>
            <a:chExt cx="1675440" cy="456120"/>
          </a:xfrm>
        </p:grpSpPr>
        <p:sp>
          <p:nvSpPr>
            <p:cNvPr id="565" name="CustomShape 13"/>
            <p:cNvSpPr/>
            <p:nvPr/>
          </p:nvSpPr>
          <p:spPr>
            <a:xfrm>
              <a:off x="1703160" y="182880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66" name="CustomShape 14"/>
            <p:cNvSpPr/>
            <p:nvPr/>
          </p:nvSpPr>
          <p:spPr>
            <a:xfrm>
              <a:off x="316548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7" name="CustomShape 15"/>
            <p:cNvSpPr/>
            <p:nvPr/>
          </p:nvSpPr>
          <p:spPr>
            <a:xfrm>
              <a:off x="297864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8" name="CustomShape 16"/>
            <p:cNvSpPr/>
            <p:nvPr/>
          </p:nvSpPr>
          <p:spPr>
            <a:xfrm>
              <a:off x="274644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9" name="CustomShape 17"/>
            <p:cNvSpPr/>
            <p:nvPr/>
          </p:nvSpPr>
          <p:spPr>
            <a:xfrm>
              <a:off x="2529720" y="19051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70" name="CustomShape 18"/>
            <p:cNvSpPr/>
            <p:nvPr/>
          </p:nvSpPr>
          <p:spPr>
            <a:xfrm>
              <a:off x="231840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71" name="CustomShape 19"/>
            <p:cNvSpPr/>
            <p:nvPr/>
          </p:nvSpPr>
          <p:spPr>
            <a:xfrm>
              <a:off x="211068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72" name="CustomShape 20"/>
            <p:cNvSpPr/>
            <p:nvPr/>
          </p:nvSpPr>
          <p:spPr>
            <a:xfrm>
              <a:off x="1930680" y="20574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73" name="CustomShape 21"/>
            <p:cNvSpPr/>
            <p:nvPr/>
          </p:nvSpPr>
          <p:spPr>
            <a:xfrm>
              <a:off x="1744920" y="20574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74" name="Group 22"/>
          <p:cNvGrpSpPr/>
          <p:nvPr/>
        </p:nvGrpSpPr>
        <p:grpSpPr>
          <a:xfrm>
            <a:off x="1336680" y="3505320"/>
            <a:ext cx="4197960" cy="1086480"/>
            <a:chOff x="1336680" y="3505320"/>
            <a:chExt cx="4197960" cy="1086480"/>
          </a:xfrm>
        </p:grpSpPr>
        <p:sp>
          <p:nvSpPr>
            <p:cNvPr id="575" name="CustomShape 23"/>
            <p:cNvSpPr/>
            <p:nvPr/>
          </p:nvSpPr>
          <p:spPr>
            <a:xfrm>
              <a:off x="3554640" y="350532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0:7 (SW2)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76" name="CustomShape 24"/>
            <p:cNvSpPr/>
            <p:nvPr/>
          </p:nvSpPr>
          <p:spPr>
            <a:xfrm>
              <a:off x="1336680" y="352728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8:15 (SW3)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77" name="CustomShape 25"/>
            <p:cNvSpPr/>
            <p:nvPr/>
          </p:nvSpPr>
          <p:spPr>
            <a:xfrm>
              <a:off x="2405160" y="4227840"/>
              <a:ext cx="2252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UART BOOT MODE</a:t>
              </a:r>
              <a:endParaRPr b="0" lang="en-IN" sz="1800" spc="-1" strike="noStrike">
                <a:latin typeface="Arial"/>
              </a:endParaRPr>
            </a:p>
          </p:txBody>
        </p:sp>
      </p:grpSp>
      <p:pic>
        <p:nvPicPr>
          <p:cNvPr id="578" name="Picture 29" descr=""/>
          <p:cNvPicPr/>
          <p:nvPr/>
        </p:nvPicPr>
        <p:blipFill>
          <a:blip r:embed="rId2"/>
          <a:srcRect l="4023" t="5413" r="27526" b="12201"/>
          <a:stretch/>
        </p:blipFill>
        <p:spPr>
          <a:xfrm rot="5400000">
            <a:off x="8527680" y="72360"/>
            <a:ext cx="2589840" cy="4113720"/>
          </a:xfrm>
          <a:prstGeom prst="rect">
            <a:avLst/>
          </a:prstGeom>
          <a:ln w="0">
            <a:noFill/>
          </a:ln>
        </p:spPr>
      </p:pic>
      <p:grpSp>
        <p:nvGrpSpPr>
          <p:cNvPr id="579" name="Group 26"/>
          <p:cNvGrpSpPr/>
          <p:nvPr/>
        </p:nvGrpSpPr>
        <p:grpSpPr>
          <a:xfrm>
            <a:off x="10009800" y="1824840"/>
            <a:ext cx="1675440" cy="456120"/>
            <a:chOff x="10009800" y="1824840"/>
            <a:chExt cx="1675440" cy="456120"/>
          </a:xfrm>
        </p:grpSpPr>
        <p:sp>
          <p:nvSpPr>
            <p:cNvPr id="580" name="CustomShape 27"/>
            <p:cNvSpPr/>
            <p:nvPr/>
          </p:nvSpPr>
          <p:spPr>
            <a:xfrm>
              <a:off x="10009800" y="182484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81" name="CustomShape 28"/>
            <p:cNvSpPr/>
            <p:nvPr/>
          </p:nvSpPr>
          <p:spPr>
            <a:xfrm>
              <a:off x="11472840" y="19011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2" name="CustomShape 29"/>
            <p:cNvSpPr/>
            <p:nvPr/>
          </p:nvSpPr>
          <p:spPr>
            <a:xfrm>
              <a:off x="11259360" y="19011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3" name="CustomShape 30"/>
            <p:cNvSpPr/>
            <p:nvPr/>
          </p:nvSpPr>
          <p:spPr>
            <a:xfrm>
              <a:off x="1105380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4" name="CustomShape 31"/>
            <p:cNvSpPr/>
            <p:nvPr/>
          </p:nvSpPr>
          <p:spPr>
            <a:xfrm>
              <a:off x="1085940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5" name="CustomShape 32"/>
            <p:cNvSpPr/>
            <p:nvPr/>
          </p:nvSpPr>
          <p:spPr>
            <a:xfrm>
              <a:off x="10625040" y="19011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6" name="CustomShape 33"/>
            <p:cNvSpPr/>
            <p:nvPr/>
          </p:nvSpPr>
          <p:spPr>
            <a:xfrm>
              <a:off x="10417320" y="19011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7" name="CustomShape 34"/>
            <p:cNvSpPr/>
            <p:nvPr/>
          </p:nvSpPr>
          <p:spPr>
            <a:xfrm>
              <a:off x="10213560" y="19011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8" name="CustomShape 35"/>
            <p:cNvSpPr/>
            <p:nvPr/>
          </p:nvSpPr>
          <p:spPr>
            <a:xfrm>
              <a:off x="1005156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89" name="Group 36"/>
          <p:cNvGrpSpPr/>
          <p:nvPr/>
        </p:nvGrpSpPr>
        <p:grpSpPr>
          <a:xfrm>
            <a:off x="8032320" y="1824840"/>
            <a:ext cx="1675440" cy="456120"/>
            <a:chOff x="8032320" y="1824840"/>
            <a:chExt cx="1675440" cy="456120"/>
          </a:xfrm>
        </p:grpSpPr>
        <p:sp>
          <p:nvSpPr>
            <p:cNvPr id="590" name="CustomShape 37"/>
            <p:cNvSpPr/>
            <p:nvPr/>
          </p:nvSpPr>
          <p:spPr>
            <a:xfrm>
              <a:off x="8032320" y="182484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591" name="CustomShape 38"/>
            <p:cNvSpPr/>
            <p:nvPr/>
          </p:nvSpPr>
          <p:spPr>
            <a:xfrm>
              <a:off x="9505800" y="20498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2" name="CustomShape 39"/>
            <p:cNvSpPr/>
            <p:nvPr/>
          </p:nvSpPr>
          <p:spPr>
            <a:xfrm>
              <a:off x="9306360" y="18860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3" name="CustomShape 40"/>
            <p:cNvSpPr/>
            <p:nvPr/>
          </p:nvSpPr>
          <p:spPr>
            <a:xfrm>
              <a:off x="9073440" y="20498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4" name="CustomShape 41"/>
            <p:cNvSpPr/>
            <p:nvPr/>
          </p:nvSpPr>
          <p:spPr>
            <a:xfrm>
              <a:off x="8858160" y="20498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5" name="CustomShape 42"/>
            <p:cNvSpPr/>
            <p:nvPr/>
          </p:nvSpPr>
          <p:spPr>
            <a:xfrm>
              <a:off x="8647920" y="20498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6" name="CustomShape 43"/>
            <p:cNvSpPr/>
            <p:nvPr/>
          </p:nvSpPr>
          <p:spPr>
            <a:xfrm>
              <a:off x="8463960" y="20498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7" name="CustomShape 44"/>
            <p:cNvSpPr/>
            <p:nvPr/>
          </p:nvSpPr>
          <p:spPr>
            <a:xfrm>
              <a:off x="826020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98" name="CustomShape 45"/>
            <p:cNvSpPr/>
            <p:nvPr/>
          </p:nvSpPr>
          <p:spPr>
            <a:xfrm>
              <a:off x="8074440" y="20534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99" name="Group 46"/>
          <p:cNvGrpSpPr/>
          <p:nvPr/>
        </p:nvGrpSpPr>
        <p:grpSpPr>
          <a:xfrm>
            <a:off x="7680600" y="3515760"/>
            <a:ext cx="4197960" cy="1086480"/>
            <a:chOff x="7680600" y="3515760"/>
            <a:chExt cx="4197960" cy="1086480"/>
          </a:xfrm>
        </p:grpSpPr>
        <p:sp>
          <p:nvSpPr>
            <p:cNvPr id="600" name="CustomShape 47"/>
            <p:cNvSpPr/>
            <p:nvPr/>
          </p:nvSpPr>
          <p:spPr>
            <a:xfrm>
              <a:off x="9898560" y="351576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0:7 (SW2)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01" name="CustomShape 48"/>
            <p:cNvSpPr/>
            <p:nvPr/>
          </p:nvSpPr>
          <p:spPr>
            <a:xfrm>
              <a:off x="7680600" y="353772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8:15 (SW3)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02" name="CustomShape 49"/>
            <p:cNvSpPr/>
            <p:nvPr/>
          </p:nvSpPr>
          <p:spPr>
            <a:xfrm>
              <a:off x="8748000" y="4238280"/>
              <a:ext cx="2185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OSPI BOOT MODE</a:t>
              </a:r>
              <a:endParaRPr b="0" lang="en-IN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03D0BF63-9D64-40A3-95B5-80027CC1BCDD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604" name="Picture 2" descr=""/>
          <p:cNvPicPr/>
          <p:nvPr/>
        </p:nvPicPr>
        <p:blipFill>
          <a:blip r:embed="rId1"/>
          <a:srcRect l="4023" t="5413" r="27526" b="12201"/>
          <a:stretch/>
        </p:blipFill>
        <p:spPr>
          <a:xfrm rot="5400000">
            <a:off x="2363040" y="152280"/>
            <a:ext cx="2589840" cy="4113720"/>
          </a:xfrm>
          <a:prstGeom prst="rect">
            <a:avLst/>
          </a:prstGeom>
          <a:ln w="0">
            <a:noFill/>
          </a:ln>
        </p:spPr>
      </p:pic>
      <p:grpSp>
        <p:nvGrpSpPr>
          <p:cNvPr id="605" name="Group 2"/>
          <p:cNvGrpSpPr/>
          <p:nvPr/>
        </p:nvGrpSpPr>
        <p:grpSpPr>
          <a:xfrm>
            <a:off x="3886200" y="1905120"/>
            <a:ext cx="1675440" cy="456120"/>
            <a:chOff x="3886200" y="1905120"/>
            <a:chExt cx="1675440" cy="456120"/>
          </a:xfrm>
        </p:grpSpPr>
        <p:sp>
          <p:nvSpPr>
            <p:cNvPr id="606" name="CustomShape 3"/>
            <p:cNvSpPr/>
            <p:nvPr/>
          </p:nvSpPr>
          <p:spPr>
            <a:xfrm>
              <a:off x="3886200" y="190512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07" name="CustomShape 4"/>
            <p:cNvSpPr/>
            <p:nvPr/>
          </p:nvSpPr>
          <p:spPr>
            <a:xfrm>
              <a:off x="534924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08" name="CustomShape 5"/>
            <p:cNvSpPr/>
            <p:nvPr/>
          </p:nvSpPr>
          <p:spPr>
            <a:xfrm>
              <a:off x="513576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09" name="CustomShape 6"/>
            <p:cNvSpPr/>
            <p:nvPr/>
          </p:nvSpPr>
          <p:spPr>
            <a:xfrm>
              <a:off x="4930200" y="2133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0" name="CustomShape 7"/>
            <p:cNvSpPr/>
            <p:nvPr/>
          </p:nvSpPr>
          <p:spPr>
            <a:xfrm>
              <a:off x="4724280" y="2133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1" name="CustomShape 8"/>
            <p:cNvSpPr/>
            <p:nvPr/>
          </p:nvSpPr>
          <p:spPr>
            <a:xfrm>
              <a:off x="4525200" y="21448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2" name="CustomShape 9"/>
            <p:cNvSpPr/>
            <p:nvPr/>
          </p:nvSpPr>
          <p:spPr>
            <a:xfrm>
              <a:off x="4318200" y="21448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3" name="CustomShape 10"/>
            <p:cNvSpPr/>
            <p:nvPr/>
          </p:nvSpPr>
          <p:spPr>
            <a:xfrm>
              <a:off x="412668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4" name="CustomShape 11"/>
            <p:cNvSpPr/>
            <p:nvPr/>
          </p:nvSpPr>
          <p:spPr>
            <a:xfrm>
              <a:off x="392724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15" name="Group 12"/>
          <p:cNvGrpSpPr/>
          <p:nvPr/>
        </p:nvGrpSpPr>
        <p:grpSpPr>
          <a:xfrm>
            <a:off x="1881000" y="1905120"/>
            <a:ext cx="1675440" cy="456120"/>
            <a:chOff x="1881000" y="1905120"/>
            <a:chExt cx="1675440" cy="456120"/>
          </a:xfrm>
        </p:grpSpPr>
        <p:sp>
          <p:nvSpPr>
            <p:cNvPr id="616" name="CustomShape 13"/>
            <p:cNvSpPr/>
            <p:nvPr/>
          </p:nvSpPr>
          <p:spPr>
            <a:xfrm>
              <a:off x="1881000" y="190512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17" name="CustomShape 14"/>
            <p:cNvSpPr/>
            <p:nvPr/>
          </p:nvSpPr>
          <p:spPr>
            <a:xfrm>
              <a:off x="3342960" y="21448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8" name="CustomShape 15"/>
            <p:cNvSpPr/>
            <p:nvPr/>
          </p:nvSpPr>
          <p:spPr>
            <a:xfrm>
              <a:off x="313092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9" name="CustomShape 16"/>
            <p:cNvSpPr/>
            <p:nvPr/>
          </p:nvSpPr>
          <p:spPr>
            <a:xfrm>
              <a:off x="291384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0" name="CustomShape 17"/>
            <p:cNvSpPr/>
            <p:nvPr/>
          </p:nvSpPr>
          <p:spPr>
            <a:xfrm>
              <a:off x="2707920" y="2133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1" name="CustomShape 18"/>
            <p:cNvSpPr/>
            <p:nvPr/>
          </p:nvSpPr>
          <p:spPr>
            <a:xfrm>
              <a:off x="249660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2" name="CustomShape 19"/>
            <p:cNvSpPr/>
            <p:nvPr/>
          </p:nvSpPr>
          <p:spPr>
            <a:xfrm>
              <a:off x="2288880" y="1981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3" name="CustomShape 20"/>
            <p:cNvSpPr/>
            <p:nvPr/>
          </p:nvSpPr>
          <p:spPr>
            <a:xfrm>
              <a:off x="2108880" y="2133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4" name="CustomShape 21"/>
            <p:cNvSpPr/>
            <p:nvPr/>
          </p:nvSpPr>
          <p:spPr>
            <a:xfrm>
              <a:off x="1923120" y="2133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25" name="Group 22"/>
          <p:cNvGrpSpPr/>
          <p:nvPr/>
        </p:nvGrpSpPr>
        <p:grpSpPr>
          <a:xfrm>
            <a:off x="1600200" y="3562200"/>
            <a:ext cx="4197960" cy="1086480"/>
            <a:chOff x="1600200" y="3562200"/>
            <a:chExt cx="4197960" cy="1086480"/>
          </a:xfrm>
        </p:grpSpPr>
        <p:sp>
          <p:nvSpPr>
            <p:cNvPr id="626" name="CustomShape 23"/>
            <p:cNvSpPr/>
            <p:nvPr/>
          </p:nvSpPr>
          <p:spPr>
            <a:xfrm>
              <a:off x="3818160" y="356220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0:7 (SW2)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27" name="CustomShape 24"/>
            <p:cNvSpPr/>
            <p:nvPr/>
          </p:nvSpPr>
          <p:spPr>
            <a:xfrm>
              <a:off x="1600200" y="358416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8:15 (SW3)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28" name="CustomShape 25"/>
            <p:cNvSpPr/>
            <p:nvPr/>
          </p:nvSpPr>
          <p:spPr>
            <a:xfrm>
              <a:off x="2667240" y="4284720"/>
              <a:ext cx="1955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SD BOOT MODE</a:t>
              </a:r>
              <a:endParaRPr b="0" lang="en-IN" sz="1800" spc="-1" strike="noStrike">
                <a:latin typeface="Arial"/>
              </a:endParaRPr>
            </a:p>
          </p:txBody>
        </p:sp>
      </p:grpSp>
      <p:pic>
        <p:nvPicPr>
          <p:cNvPr id="629" name="Picture 27" descr=""/>
          <p:cNvPicPr/>
          <p:nvPr/>
        </p:nvPicPr>
        <p:blipFill>
          <a:blip r:embed="rId2"/>
          <a:srcRect l="4023" t="5413" r="27526" b="12201"/>
          <a:stretch/>
        </p:blipFill>
        <p:spPr>
          <a:xfrm rot="5400000">
            <a:off x="8566560" y="87480"/>
            <a:ext cx="2589840" cy="4113720"/>
          </a:xfrm>
          <a:prstGeom prst="rect">
            <a:avLst/>
          </a:prstGeom>
          <a:ln w="0">
            <a:noFill/>
          </a:ln>
        </p:spPr>
      </p:pic>
      <p:grpSp>
        <p:nvGrpSpPr>
          <p:cNvPr id="630" name="Group 26"/>
          <p:cNvGrpSpPr/>
          <p:nvPr/>
        </p:nvGrpSpPr>
        <p:grpSpPr>
          <a:xfrm>
            <a:off x="8077320" y="1843920"/>
            <a:ext cx="1675440" cy="456120"/>
            <a:chOff x="8077320" y="1843920"/>
            <a:chExt cx="1675440" cy="456120"/>
          </a:xfrm>
        </p:grpSpPr>
        <p:sp>
          <p:nvSpPr>
            <p:cNvPr id="631" name="CustomShape 27"/>
            <p:cNvSpPr/>
            <p:nvPr/>
          </p:nvSpPr>
          <p:spPr>
            <a:xfrm>
              <a:off x="8077320" y="184392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32" name="CustomShape 28"/>
            <p:cNvSpPr/>
            <p:nvPr/>
          </p:nvSpPr>
          <p:spPr>
            <a:xfrm>
              <a:off x="9550800" y="2068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3" name="CustomShape 29"/>
            <p:cNvSpPr/>
            <p:nvPr/>
          </p:nvSpPr>
          <p:spPr>
            <a:xfrm>
              <a:off x="9363960" y="20840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4" name="CustomShape 30"/>
            <p:cNvSpPr/>
            <p:nvPr/>
          </p:nvSpPr>
          <p:spPr>
            <a:xfrm>
              <a:off x="9118440" y="2068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5" name="CustomShape 31"/>
            <p:cNvSpPr/>
            <p:nvPr/>
          </p:nvSpPr>
          <p:spPr>
            <a:xfrm>
              <a:off x="8903160" y="2068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6" name="CustomShape 32"/>
            <p:cNvSpPr/>
            <p:nvPr/>
          </p:nvSpPr>
          <p:spPr>
            <a:xfrm>
              <a:off x="8692560" y="2068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7" name="CustomShape 33"/>
            <p:cNvSpPr/>
            <p:nvPr/>
          </p:nvSpPr>
          <p:spPr>
            <a:xfrm>
              <a:off x="8508600" y="2068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8" name="CustomShape 34"/>
            <p:cNvSpPr/>
            <p:nvPr/>
          </p:nvSpPr>
          <p:spPr>
            <a:xfrm>
              <a:off x="8304840" y="20725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9" name="CustomShape 35"/>
            <p:cNvSpPr/>
            <p:nvPr/>
          </p:nvSpPr>
          <p:spPr>
            <a:xfrm>
              <a:off x="8119080" y="20725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40" name="Group 36"/>
          <p:cNvGrpSpPr/>
          <p:nvPr/>
        </p:nvGrpSpPr>
        <p:grpSpPr>
          <a:xfrm>
            <a:off x="10148760" y="1841400"/>
            <a:ext cx="1675440" cy="456120"/>
            <a:chOff x="10148760" y="1841400"/>
            <a:chExt cx="1675440" cy="456120"/>
          </a:xfrm>
        </p:grpSpPr>
        <p:sp>
          <p:nvSpPr>
            <p:cNvPr id="641" name="CustomShape 37"/>
            <p:cNvSpPr/>
            <p:nvPr/>
          </p:nvSpPr>
          <p:spPr>
            <a:xfrm rot="10800000">
              <a:off x="10148760" y="184140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42" name="CustomShape 38"/>
            <p:cNvSpPr/>
            <p:nvPr/>
          </p:nvSpPr>
          <p:spPr>
            <a:xfrm rot="10800000">
              <a:off x="10199520" y="19213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3" name="CustomShape 39"/>
            <p:cNvSpPr/>
            <p:nvPr/>
          </p:nvSpPr>
          <p:spPr>
            <a:xfrm rot="10800000">
              <a:off x="10421640" y="19368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4" name="CustomShape 40"/>
            <p:cNvSpPr/>
            <p:nvPr/>
          </p:nvSpPr>
          <p:spPr>
            <a:xfrm rot="10800000">
              <a:off x="10632240" y="19213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5" name="CustomShape 41"/>
            <p:cNvSpPr/>
            <p:nvPr/>
          </p:nvSpPr>
          <p:spPr>
            <a:xfrm rot="10800000">
              <a:off x="10847160" y="19213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6" name="CustomShape 42"/>
            <p:cNvSpPr/>
            <p:nvPr/>
          </p:nvSpPr>
          <p:spPr>
            <a:xfrm rot="10800000">
              <a:off x="11057760" y="19213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7" name="CustomShape 43"/>
            <p:cNvSpPr/>
            <p:nvPr/>
          </p:nvSpPr>
          <p:spPr>
            <a:xfrm rot="10800000">
              <a:off x="11251800" y="20966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8" name="CustomShape 44"/>
            <p:cNvSpPr/>
            <p:nvPr/>
          </p:nvSpPr>
          <p:spPr>
            <a:xfrm rot="10800000">
              <a:off x="11445480" y="1917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9" name="CustomShape 45"/>
            <p:cNvSpPr/>
            <p:nvPr/>
          </p:nvSpPr>
          <p:spPr>
            <a:xfrm rot="10800000">
              <a:off x="11631240" y="1917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50" name="Group 46"/>
          <p:cNvGrpSpPr/>
          <p:nvPr/>
        </p:nvGrpSpPr>
        <p:grpSpPr>
          <a:xfrm>
            <a:off x="7719480" y="3697200"/>
            <a:ext cx="4197960" cy="1086480"/>
            <a:chOff x="7719480" y="3697200"/>
            <a:chExt cx="4197960" cy="1086480"/>
          </a:xfrm>
        </p:grpSpPr>
        <p:sp>
          <p:nvSpPr>
            <p:cNvPr id="651" name="CustomShape 47"/>
            <p:cNvSpPr/>
            <p:nvPr/>
          </p:nvSpPr>
          <p:spPr>
            <a:xfrm>
              <a:off x="9937440" y="369720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0:7 (SW2)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52" name="CustomShape 48"/>
            <p:cNvSpPr/>
            <p:nvPr/>
          </p:nvSpPr>
          <p:spPr>
            <a:xfrm>
              <a:off x="7719480" y="371916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8:15 (SW3)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53" name="CustomShape 49"/>
            <p:cNvSpPr/>
            <p:nvPr/>
          </p:nvSpPr>
          <p:spPr>
            <a:xfrm>
              <a:off x="8786520" y="4419720"/>
              <a:ext cx="19818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NO BOOT MODE</a:t>
              </a:r>
              <a:endParaRPr b="0" lang="en-IN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12F3CB09-0E32-4252-9A36-2A2904294970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655" name="Picture 2" descr=""/>
          <p:cNvPicPr/>
          <p:nvPr/>
        </p:nvPicPr>
        <p:blipFill>
          <a:blip r:embed="rId1"/>
          <a:srcRect l="4023" t="5413" r="27526" b="12201"/>
          <a:stretch/>
        </p:blipFill>
        <p:spPr>
          <a:xfrm rot="5400000">
            <a:off x="5673960" y="609480"/>
            <a:ext cx="2589840" cy="4113720"/>
          </a:xfrm>
          <a:prstGeom prst="rect">
            <a:avLst/>
          </a:prstGeom>
          <a:ln w="0">
            <a:noFill/>
          </a:ln>
        </p:spPr>
      </p:pic>
      <p:grpSp>
        <p:nvGrpSpPr>
          <p:cNvPr id="656" name="Group 2"/>
          <p:cNvGrpSpPr/>
          <p:nvPr/>
        </p:nvGrpSpPr>
        <p:grpSpPr>
          <a:xfrm>
            <a:off x="7163640" y="2363400"/>
            <a:ext cx="1675440" cy="456120"/>
            <a:chOff x="7163640" y="2363400"/>
            <a:chExt cx="1675440" cy="456120"/>
          </a:xfrm>
        </p:grpSpPr>
        <p:sp>
          <p:nvSpPr>
            <p:cNvPr id="657" name="CustomShape 3"/>
            <p:cNvSpPr/>
            <p:nvPr/>
          </p:nvSpPr>
          <p:spPr>
            <a:xfrm rot="10800000">
              <a:off x="7163640" y="236340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58" name="CustomShape 4"/>
            <p:cNvSpPr/>
            <p:nvPr/>
          </p:nvSpPr>
          <p:spPr>
            <a:xfrm rot="10800000">
              <a:off x="7226280" y="258804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59" name="CustomShape 5"/>
            <p:cNvSpPr/>
            <p:nvPr/>
          </p:nvSpPr>
          <p:spPr>
            <a:xfrm rot="10800000">
              <a:off x="7441200" y="2413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0" name="CustomShape 6"/>
            <p:cNvSpPr/>
            <p:nvPr/>
          </p:nvSpPr>
          <p:spPr>
            <a:xfrm rot="10800000">
              <a:off x="7655400" y="25920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1" name="CustomShape 7"/>
            <p:cNvSpPr/>
            <p:nvPr/>
          </p:nvSpPr>
          <p:spPr>
            <a:xfrm rot="10800000">
              <a:off x="7860240" y="25920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2" name="CustomShape 8"/>
            <p:cNvSpPr/>
            <p:nvPr/>
          </p:nvSpPr>
          <p:spPr>
            <a:xfrm rot="10800000">
              <a:off x="8059320" y="2439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3" name="CustomShape 9"/>
            <p:cNvSpPr/>
            <p:nvPr/>
          </p:nvSpPr>
          <p:spPr>
            <a:xfrm rot="10800000">
              <a:off x="8280360" y="259200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4" name="CustomShape 10"/>
            <p:cNvSpPr/>
            <p:nvPr/>
          </p:nvSpPr>
          <p:spPr>
            <a:xfrm rot="10800000">
              <a:off x="8460360" y="2439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5" name="CustomShape 11"/>
            <p:cNvSpPr/>
            <p:nvPr/>
          </p:nvSpPr>
          <p:spPr>
            <a:xfrm rot="10800000">
              <a:off x="8646120" y="24397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66" name="Group 12"/>
          <p:cNvGrpSpPr/>
          <p:nvPr/>
        </p:nvGrpSpPr>
        <p:grpSpPr>
          <a:xfrm>
            <a:off x="5184360" y="2362320"/>
            <a:ext cx="1675440" cy="456120"/>
            <a:chOff x="5184360" y="2362320"/>
            <a:chExt cx="1675440" cy="456120"/>
          </a:xfrm>
        </p:grpSpPr>
        <p:sp>
          <p:nvSpPr>
            <p:cNvPr id="667" name="CustomShape 13"/>
            <p:cNvSpPr/>
            <p:nvPr/>
          </p:nvSpPr>
          <p:spPr>
            <a:xfrm>
              <a:off x="5184360" y="2362320"/>
              <a:ext cx="1675440" cy="4561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c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68" name="CustomShape 14"/>
            <p:cNvSpPr/>
            <p:nvPr/>
          </p:nvSpPr>
          <p:spPr>
            <a:xfrm>
              <a:off x="6657840" y="25869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9" name="CustomShape 15"/>
            <p:cNvSpPr/>
            <p:nvPr/>
          </p:nvSpPr>
          <p:spPr>
            <a:xfrm>
              <a:off x="6471360" y="260208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0" name="CustomShape 16"/>
            <p:cNvSpPr/>
            <p:nvPr/>
          </p:nvSpPr>
          <p:spPr>
            <a:xfrm>
              <a:off x="6225480" y="25869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1" name="CustomShape 17"/>
            <p:cNvSpPr/>
            <p:nvPr/>
          </p:nvSpPr>
          <p:spPr>
            <a:xfrm>
              <a:off x="6010200" y="25869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2" name="CustomShape 18"/>
            <p:cNvSpPr/>
            <p:nvPr/>
          </p:nvSpPr>
          <p:spPr>
            <a:xfrm>
              <a:off x="5799600" y="25869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3" name="CustomShape 19"/>
            <p:cNvSpPr/>
            <p:nvPr/>
          </p:nvSpPr>
          <p:spPr>
            <a:xfrm>
              <a:off x="5616000" y="258696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4" name="CustomShape 20"/>
            <p:cNvSpPr/>
            <p:nvPr/>
          </p:nvSpPr>
          <p:spPr>
            <a:xfrm>
              <a:off x="5412240" y="2590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5" name="CustomShape 21"/>
            <p:cNvSpPr/>
            <p:nvPr/>
          </p:nvSpPr>
          <p:spPr>
            <a:xfrm>
              <a:off x="5226480" y="2590920"/>
              <a:ext cx="151200" cy="151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676" name="Group 22"/>
          <p:cNvGrpSpPr/>
          <p:nvPr/>
        </p:nvGrpSpPr>
        <p:grpSpPr>
          <a:xfrm>
            <a:off x="5063400" y="4023360"/>
            <a:ext cx="4197600" cy="1086480"/>
            <a:chOff x="5063400" y="4023360"/>
            <a:chExt cx="4197600" cy="1086480"/>
          </a:xfrm>
        </p:grpSpPr>
        <p:sp>
          <p:nvSpPr>
            <p:cNvPr id="677" name="CustomShape 23"/>
            <p:cNvSpPr/>
            <p:nvPr/>
          </p:nvSpPr>
          <p:spPr>
            <a:xfrm>
              <a:off x="7281000" y="402336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0:7 (SW2)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78" name="CustomShape 24"/>
            <p:cNvSpPr/>
            <p:nvPr/>
          </p:nvSpPr>
          <p:spPr>
            <a:xfrm>
              <a:off x="5063400" y="4045320"/>
              <a:ext cx="1980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BOOTMODE</a:t>
              </a:r>
              <a:endParaRPr b="0" lang="en-IN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8:15 (SW3)</a:t>
              </a:r>
              <a:endParaRPr b="0" lang="en-IN" sz="1800" spc="-1" strike="noStrike">
                <a:latin typeface="Arial"/>
              </a:endParaRPr>
            </a:p>
          </p:txBody>
        </p:sp>
        <p:sp>
          <p:nvSpPr>
            <p:cNvPr id="679" name="CustomShape 25"/>
            <p:cNvSpPr/>
            <p:nvPr/>
          </p:nvSpPr>
          <p:spPr>
            <a:xfrm>
              <a:off x="6132240" y="4745880"/>
              <a:ext cx="2336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EMMC BOOT MODE</a:t>
              </a:r>
              <a:endParaRPr b="0" lang="en-IN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Picture 4" descr=""/>
          <p:cNvPicPr/>
          <p:nvPr/>
        </p:nvPicPr>
        <p:blipFill>
          <a:blip r:embed="rId1"/>
          <a:stretch/>
        </p:blipFill>
        <p:spPr>
          <a:xfrm>
            <a:off x="2210760" y="685800"/>
            <a:ext cx="3995280" cy="3995280"/>
          </a:xfrm>
          <a:prstGeom prst="rect">
            <a:avLst/>
          </a:prstGeom>
          <a:ln w="0">
            <a:noFill/>
          </a:ln>
        </p:spPr>
      </p:pic>
      <p:sp>
        <p:nvSpPr>
          <p:cNvPr id="681" name="CustomShape 1"/>
          <p:cNvSpPr/>
          <p:nvPr/>
        </p:nvSpPr>
        <p:spPr>
          <a:xfrm>
            <a:off x="2130840" y="1126440"/>
            <a:ext cx="492120" cy="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2" name="CustomShape 2"/>
          <p:cNvSpPr/>
          <p:nvPr/>
        </p:nvSpPr>
        <p:spPr>
          <a:xfrm>
            <a:off x="1139040" y="932400"/>
            <a:ext cx="9835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Power Supply</a:t>
            </a:r>
            <a:endParaRPr b="0" lang="en-IN" sz="9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(12V 5A)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83" name="CustomShape 3"/>
          <p:cNvSpPr/>
          <p:nvPr/>
        </p:nvSpPr>
        <p:spPr>
          <a:xfrm>
            <a:off x="1198440" y="2560680"/>
            <a:ext cx="9424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Jtag XDS 110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84" name="CustomShape 4"/>
          <p:cNvSpPr/>
          <p:nvPr/>
        </p:nvSpPr>
        <p:spPr>
          <a:xfrm>
            <a:off x="1191600" y="3126960"/>
            <a:ext cx="8647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Uart to USB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85" name="CustomShape 5"/>
          <p:cNvSpPr/>
          <p:nvPr/>
        </p:nvSpPr>
        <p:spPr>
          <a:xfrm>
            <a:off x="2006640" y="3207600"/>
            <a:ext cx="571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6" name="CustomShape 6"/>
          <p:cNvSpPr/>
          <p:nvPr/>
        </p:nvSpPr>
        <p:spPr>
          <a:xfrm>
            <a:off x="1977480" y="2689200"/>
            <a:ext cx="571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7" name="CustomShape 7"/>
          <p:cNvSpPr/>
          <p:nvPr/>
        </p:nvSpPr>
        <p:spPr>
          <a:xfrm flipV="1">
            <a:off x="2007720" y="4528440"/>
            <a:ext cx="1810080" cy="345600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8" name="CustomShape 8"/>
          <p:cNvSpPr/>
          <p:nvPr/>
        </p:nvSpPr>
        <p:spPr>
          <a:xfrm>
            <a:off x="1190880" y="4682160"/>
            <a:ext cx="8114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Boot Mode</a:t>
            </a:r>
            <a:endParaRPr b="0" lang="en-IN" sz="9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Switches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89" name="CustomShape 9"/>
          <p:cNvSpPr/>
          <p:nvPr/>
        </p:nvSpPr>
        <p:spPr>
          <a:xfrm>
            <a:off x="6372360" y="3786120"/>
            <a:ext cx="9392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Reset Button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90" name="CustomShape 10"/>
          <p:cNvSpPr/>
          <p:nvPr/>
        </p:nvSpPr>
        <p:spPr>
          <a:xfrm flipH="1">
            <a:off x="4872600" y="3906000"/>
            <a:ext cx="1491840" cy="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A894CCB7-F820-4469-9C52-535741DEC468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692" name="Picture 6" descr=""/>
          <p:cNvPicPr/>
          <p:nvPr/>
        </p:nvPicPr>
        <p:blipFill>
          <a:blip r:embed="rId1"/>
          <a:stretch/>
        </p:blipFill>
        <p:spPr>
          <a:xfrm>
            <a:off x="1752480" y="1066680"/>
            <a:ext cx="4647240" cy="5166000"/>
          </a:xfrm>
          <a:prstGeom prst="rect">
            <a:avLst/>
          </a:prstGeom>
          <a:ln w="0">
            <a:noFill/>
          </a:ln>
        </p:spPr>
      </p:pic>
      <p:sp>
        <p:nvSpPr>
          <p:cNvPr id="693" name="CustomShape 2"/>
          <p:cNvSpPr/>
          <p:nvPr/>
        </p:nvSpPr>
        <p:spPr>
          <a:xfrm>
            <a:off x="1364400" y="5680440"/>
            <a:ext cx="492120" cy="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4" name="CustomShape 3"/>
          <p:cNvSpPr/>
          <p:nvPr/>
        </p:nvSpPr>
        <p:spPr>
          <a:xfrm>
            <a:off x="372600" y="5486400"/>
            <a:ext cx="9835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Power Supply</a:t>
            </a:r>
            <a:endParaRPr b="0" lang="en-IN" sz="9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(12V 5A)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95" name="CustomShape 4"/>
          <p:cNvSpPr/>
          <p:nvPr/>
        </p:nvSpPr>
        <p:spPr>
          <a:xfrm>
            <a:off x="376200" y="4047120"/>
            <a:ext cx="9424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Jtag XDS 110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96" name="CustomShape 5"/>
          <p:cNvSpPr/>
          <p:nvPr/>
        </p:nvSpPr>
        <p:spPr>
          <a:xfrm>
            <a:off x="1330560" y="4167360"/>
            <a:ext cx="571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7" name="CustomShape 6"/>
          <p:cNvSpPr/>
          <p:nvPr/>
        </p:nvSpPr>
        <p:spPr>
          <a:xfrm>
            <a:off x="6557040" y="1523880"/>
            <a:ext cx="8647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Uart to USB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698" name="CustomShape 7"/>
          <p:cNvSpPr/>
          <p:nvPr/>
        </p:nvSpPr>
        <p:spPr>
          <a:xfrm flipH="1">
            <a:off x="5959440" y="1644120"/>
            <a:ext cx="608400" cy="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99" name="Picture 17" descr=""/>
          <p:cNvPicPr/>
          <p:nvPr/>
        </p:nvPicPr>
        <p:blipFill>
          <a:blip r:embed="rId2"/>
          <a:stretch/>
        </p:blipFill>
        <p:spPr>
          <a:xfrm>
            <a:off x="8001000" y="1066680"/>
            <a:ext cx="4330800" cy="5166000"/>
          </a:xfrm>
          <a:prstGeom prst="rect">
            <a:avLst/>
          </a:prstGeom>
          <a:ln w="0">
            <a:noFill/>
          </a:ln>
        </p:spPr>
      </p:pic>
      <p:sp>
        <p:nvSpPr>
          <p:cNvPr id="700" name="CustomShape 8"/>
          <p:cNvSpPr/>
          <p:nvPr/>
        </p:nvSpPr>
        <p:spPr>
          <a:xfrm>
            <a:off x="12911040" y="1376280"/>
            <a:ext cx="8114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Boot Mode</a:t>
            </a:r>
            <a:endParaRPr b="0" lang="en-IN" sz="9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Switches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701" name="CustomShape 9"/>
          <p:cNvSpPr/>
          <p:nvPr/>
        </p:nvSpPr>
        <p:spPr>
          <a:xfrm>
            <a:off x="12909240" y="2743200"/>
            <a:ext cx="9392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960" spc="-1" strike="noStrike">
                <a:solidFill>
                  <a:srgbClr val="000000"/>
                </a:solidFill>
                <a:latin typeface="Arial"/>
                <a:ea typeface="DejaVu Sans"/>
              </a:rPr>
              <a:t>Reset Button</a:t>
            </a:r>
            <a:endParaRPr b="0" lang="en-IN" sz="960" spc="-1" strike="noStrike">
              <a:latin typeface="Arial"/>
            </a:endParaRPr>
          </a:p>
        </p:txBody>
      </p:sp>
      <p:sp>
        <p:nvSpPr>
          <p:cNvPr id="702" name="CustomShape 10"/>
          <p:cNvSpPr/>
          <p:nvPr/>
        </p:nvSpPr>
        <p:spPr>
          <a:xfrm flipH="1">
            <a:off x="11885760" y="2863080"/>
            <a:ext cx="1014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3" name="CustomShape 11"/>
          <p:cNvSpPr/>
          <p:nvPr/>
        </p:nvSpPr>
        <p:spPr>
          <a:xfrm rot="10800000">
            <a:off x="15914880" y="1985760"/>
            <a:ext cx="3007080" cy="414360"/>
          </a:xfrm>
          <a:prstGeom prst="bentConnector4">
            <a:avLst>
              <a:gd name="adj1" fmla="val 14657"/>
              <a:gd name="adj2" fmla="val 155018"/>
            </a:avLst>
          </a:pr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CustomShape 1"/>
          <p:cNvSpPr/>
          <p:nvPr/>
        </p:nvSpPr>
        <p:spPr>
          <a:xfrm>
            <a:off x="4973760" y="261720"/>
            <a:ext cx="4113720" cy="6599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5" name="Line 2"/>
          <p:cNvSpPr/>
          <p:nvPr/>
        </p:nvSpPr>
        <p:spPr>
          <a:xfrm>
            <a:off x="2133360" y="1254240"/>
            <a:ext cx="7239240" cy="360"/>
          </a:xfrm>
          <a:prstGeom prst="line">
            <a:avLst/>
          </a:prstGeom>
          <a:ln>
            <a:solidFill>
              <a:srgbClr val="de0000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6" name="Line 3"/>
          <p:cNvSpPr/>
          <p:nvPr/>
        </p:nvSpPr>
        <p:spPr>
          <a:xfrm flipV="1">
            <a:off x="2133360" y="5958720"/>
            <a:ext cx="7239240" cy="11520"/>
          </a:xfrm>
          <a:prstGeom prst="line">
            <a:avLst/>
          </a:prstGeom>
          <a:ln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7" name="CustomShape 4"/>
          <p:cNvSpPr/>
          <p:nvPr/>
        </p:nvSpPr>
        <p:spPr>
          <a:xfrm>
            <a:off x="5355000" y="591120"/>
            <a:ext cx="3504240" cy="363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8" name="CustomShape 5"/>
          <p:cNvSpPr/>
          <p:nvPr/>
        </p:nvSpPr>
        <p:spPr>
          <a:xfrm>
            <a:off x="2374920" y="598212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1 - Physical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9" name="CustomShape 6"/>
          <p:cNvSpPr/>
          <p:nvPr/>
        </p:nvSpPr>
        <p:spPr>
          <a:xfrm>
            <a:off x="2374920" y="560124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2 - Data Link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0" name="CustomShape 7"/>
          <p:cNvSpPr/>
          <p:nvPr/>
        </p:nvSpPr>
        <p:spPr>
          <a:xfrm>
            <a:off x="2374920" y="87372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7 -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1" name="CustomShape 8"/>
          <p:cNvSpPr/>
          <p:nvPr/>
        </p:nvSpPr>
        <p:spPr>
          <a:xfrm>
            <a:off x="2374920" y="3561840"/>
            <a:ext cx="228492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2" name="CustomShape 9"/>
          <p:cNvSpPr/>
          <p:nvPr/>
        </p:nvSpPr>
        <p:spPr>
          <a:xfrm>
            <a:off x="2374920" y="2811600"/>
            <a:ext cx="2284920" cy="363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Customer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3" name="CustomShape 10"/>
          <p:cNvSpPr/>
          <p:nvPr/>
        </p:nvSpPr>
        <p:spPr>
          <a:xfrm>
            <a:off x="2374920" y="3192480"/>
            <a:ext cx="228492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Third Party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4" name="CustomShape 11"/>
          <p:cNvSpPr/>
          <p:nvPr/>
        </p:nvSpPr>
        <p:spPr>
          <a:xfrm>
            <a:off x="5355000" y="4374000"/>
            <a:ext cx="217080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PRU Firmware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5" name="CustomShape 12"/>
          <p:cNvSpPr/>
          <p:nvPr/>
        </p:nvSpPr>
        <p:spPr>
          <a:xfrm>
            <a:off x="5351040" y="5309640"/>
            <a:ext cx="350424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PRUICSS with 2x MII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6" name="CustomShape 13"/>
          <p:cNvSpPr/>
          <p:nvPr/>
        </p:nvSpPr>
        <p:spPr>
          <a:xfrm>
            <a:off x="5355000" y="3431880"/>
            <a:ext cx="217080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PRUICSS Driver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CustomShape 14"/>
          <p:cNvSpPr/>
          <p:nvPr/>
        </p:nvSpPr>
        <p:spPr>
          <a:xfrm>
            <a:off x="5351040" y="2500200"/>
            <a:ext cx="350424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FW HAL for EtherCAT Slave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CustomShape 15"/>
          <p:cNvSpPr/>
          <p:nvPr/>
        </p:nvSpPr>
        <p:spPr>
          <a:xfrm>
            <a:off x="5355000" y="1536120"/>
            <a:ext cx="350424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EtherCAT Slave 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CustomShape 16"/>
          <p:cNvSpPr/>
          <p:nvPr/>
        </p:nvSpPr>
        <p:spPr>
          <a:xfrm>
            <a:off x="6972480" y="98748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0" name="Line 17"/>
          <p:cNvSpPr/>
          <p:nvPr/>
        </p:nvSpPr>
        <p:spPr>
          <a:xfrm>
            <a:off x="5333760" y="4082040"/>
            <a:ext cx="3522240" cy="12240"/>
          </a:xfrm>
          <a:prstGeom prst="line">
            <a:avLst/>
          </a:prstGeom>
          <a:ln cap="rnd" w="25560">
            <a:solidFill>
              <a:srgbClr val="c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CustomShape 18"/>
          <p:cNvSpPr/>
          <p:nvPr/>
        </p:nvSpPr>
        <p:spPr>
          <a:xfrm>
            <a:off x="6970320" y="193644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2" name="CustomShape 19"/>
          <p:cNvSpPr/>
          <p:nvPr/>
        </p:nvSpPr>
        <p:spPr>
          <a:xfrm>
            <a:off x="6318360" y="288684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3" name="CustomShape 20"/>
          <p:cNvSpPr/>
          <p:nvPr/>
        </p:nvSpPr>
        <p:spPr>
          <a:xfrm>
            <a:off x="6318360" y="383076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4" name="CustomShape 21"/>
          <p:cNvSpPr/>
          <p:nvPr/>
        </p:nvSpPr>
        <p:spPr>
          <a:xfrm>
            <a:off x="6318360" y="475272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5" name="CustomShape 22"/>
          <p:cNvSpPr/>
          <p:nvPr/>
        </p:nvSpPr>
        <p:spPr>
          <a:xfrm>
            <a:off x="6071760" y="570348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6" name="CustomShape 23"/>
          <p:cNvSpPr/>
          <p:nvPr/>
        </p:nvSpPr>
        <p:spPr>
          <a:xfrm>
            <a:off x="8229600" y="2867040"/>
            <a:ext cx="227520" cy="243936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7" name="CustomShape 24"/>
          <p:cNvSpPr/>
          <p:nvPr/>
        </p:nvSpPr>
        <p:spPr>
          <a:xfrm>
            <a:off x="9465840" y="591120"/>
            <a:ext cx="373680" cy="346176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8" name="CustomShape 25"/>
          <p:cNvSpPr/>
          <p:nvPr/>
        </p:nvSpPr>
        <p:spPr>
          <a:xfrm>
            <a:off x="9473040" y="4175280"/>
            <a:ext cx="366120" cy="178236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9" name="CustomShape 26"/>
          <p:cNvSpPr/>
          <p:nvPr/>
        </p:nvSpPr>
        <p:spPr>
          <a:xfrm>
            <a:off x="9520560" y="2057760"/>
            <a:ext cx="1887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Processor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0" name="CustomShape 27"/>
          <p:cNvSpPr/>
          <p:nvPr/>
        </p:nvSpPr>
        <p:spPr>
          <a:xfrm>
            <a:off x="9520560" y="4882320"/>
            <a:ext cx="188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PRUICSS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1" name="CustomShape 28"/>
          <p:cNvSpPr/>
          <p:nvPr/>
        </p:nvSpPr>
        <p:spPr>
          <a:xfrm>
            <a:off x="7198920" y="6238800"/>
            <a:ext cx="165636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2" name="CustomShape 29"/>
          <p:cNvSpPr/>
          <p:nvPr/>
        </p:nvSpPr>
        <p:spPr>
          <a:xfrm>
            <a:off x="5357160" y="6238800"/>
            <a:ext cx="165636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3" name="CustomShape 30"/>
          <p:cNvSpPr/>
          <p:nvPr/>
        </p:nvSpPr>
        <p:spPr>
          <a:xfrm>
            <a:off x="7913160" y="5688360"/>
            <a:ext cx="227520" cy="532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CustomShape 1"/>
          <p:cNvSpPr/>
          <p:nvPr/>
        </p:nvSpPr>
        <p:spPr>
          <a:xfrm>
            <a:off x="1005840" y="438120"/>
            <a:ext cx="12617640" cy="812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840" spc="-1" strike="noStrike">
                <a:solidFill>
                  <a:srgbClr val="de0000"/>
                </a:solidFill>
                <a:latin typeface="Arial"/>
                <a:ea typeface="DejaVu Sans"/>
              </a:rPr>
              <a:t>RPRC Format</a:t>
            </a:r>
            <a:endParaRPr b="0" lang="en-IN" sz="3840" spc="-1" strike="noStrike">
              <a:latin typeface="Arial"/>
            </a:endParaRPr>
          </a:p>
        </p:txBody>
      </p:sp>
      <p:graphicFrame>
        <p:nvGraphicFramePr>
          <p:cNvPr id="735" name="Table 2"/>
          <p:cNvGraphicFramePr/>
          <p:nvPr/>
        </p:nvGraphicFramePr>
        <p:xfrm>
          <a:off x="1436040" y="2143800"/>
          <a:ext cx="3457080" cy="3840120"/>
        </p:xfrm>
        <a:graphic>
          <a:graphicData uri="http://schemas.openxmlformats.org/drawingml/2006/table">
            <a:tbl>
              <a:tblPr/>
              <a:tblGrid>
                <a:gridCol w="3457440"/>
              </a:tblGrid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36" name="CustomShape 3"/>
          <p:cNvSpPr/>
          <p:nvPr/>
        </p:nvSpPr>
        <p:spPr>
          <a:xfrm>
            <a:off x="5032800" y="2143800"/>
            <a:ext cx="408600" cy="57312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737" name="Table 4"/>
          <p:cNvGraphicFramePr/>
          <p:nvPr/>
        </p:nvGraphicFramePr>
        <p:xfrm>
          <a:off x="7003080" y="2131200"/>
          <a:ext cx="1789200" cy="155340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Magic Word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Entry Point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Count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10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Version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8" name="Table 5"/>
          <p:cNvGraphicFramePr/>
          <p:nvPr/>
        </p:nvGraphicFramePr>
        <p:xfrm>
          <a:off x="7003080" y="3806640"/>
          <a:ext cx="1789200" cy="155052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0780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Run Address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Size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10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39" name="CustomShape 6"/>
          <p:cNvSpPr/>
          <p:nvPr/>
        </p:nvSpPr>
        <p:spPr>
          <a:xfrm>
            <a:off x="5032800" y="3782520"/>
            <a:ext cx="408600" cy="54396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0" name="CustomShape 7"/>
          <p:cNvSpPr/>
          <p:nvPr/>
        </p:nvSpPr>
        <p:spPr>
          <a:xfrm flipH="1" flipV="1" rot="10800000">
            <a:off x="8562960" y="3374280"/>
            <a:ext cx="1559520" cy="466200"/>
          </a:xfrm>
          <a:prstGeom prst="bentConnector3">
            <a:avLst>
              <a:gd name="adj1" fmla="val 12556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1" name="CustomShape 8"/>
          <p:cNvSpPr/>
          <p:nvPr/>
        </p:nvSpPr>
        <p:spPr>
          <a:xfrm flipH="1" flipV="1" rot="10800000">
            <a:off x="8562960" y="5098680"/>
            <a:ext cx="1559520" cy="516600"/>
          </a:xfrm>
          <a:prstGeom prst="bentConnector3">
            <a:avLst>
              <a:gd name="adj1" fmla="val 11014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2" name="CustomShape 9"/>
          <p:cNvSpPr/>
          <p:nvPr/>
        </p:nvSpPr>
        <p:spPr>
          <a:xfrm>
            <a:off x="8915400" y="21312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3" name="CustomShape 10"/>
          <p:cNvSpPr/>
          <p:nvPr/>
        </p:nvSpPr>
        <p:spPr>
          <a:xfrm>
            <a:off x="8915400" y="24411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4" name="CustomShape 11"/>
          <p:cNvSpPr/>
          <p:nvPr/>
        </p:nvSpPr>
        <p:spPr>
          <a:xfrm>
            <a:off x="8915400" y="276984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5" name="CustomShape 12"/>
          <p:cNvSpPr/>
          <p:nvPr/>
        </p:nvSpPr>
        <p:spPr>
          <a:xfrm>
            <a:off x="8915400" y="30985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6" name="CustomShape 13"/>
          <p:cNvSpPr/>
          <p:nvPr/>
        </p:nvSpPr>
        <p:spPr>
          <a:xfrm>
            <a:off x="8915400" y="34272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7" name="CustomShape 14"/>
          <p:cNvSpPr/>
          <p:nvPr/>
        </p:nvSpPr>
        <p:spPr>
          <a:xfrm>
            <a:off x="8915400" y="38379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8" name="CustomShape 15"/>
          <p:cNvSpPr/>
          <p:nvPr/>
        </p:nvSpPr>
        <p:spPr>
          <a:xfrm>
            <a:off x="8915400" y="41479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9" name="CustomShape 16"/>
          <p:cNvSpPr/>
          <p:nvPr/>
        </p:nvSpPr>
        <p:spPr>
          <a:xfrm>
            <a:off x="8915400" y="44766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0" name="CustomShape 17"/>
          <p:cNvSpPr/>
          <p:nvPr/>
        </p:nvSpPr>
        <p:spPr>
          <a:xfrm>
            <a:off x="8915400" y="480528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1" name="CustomShape 18"/>
          <p:cNvSpPr/>
          <p:nvPr/>
        </p:nvSpPr>
        <p:spPr>
          <a:xfrm>
            <a:off x="8915400" y="51339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2" name="CustomShape 19"/>
          <p:cNvSpPr/>
          <p:nvPr/>
        </p:nvSpPr>
        <p:spPr>
          <a:xfrm>
            <a:off x="8610480" y="18723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3" name="CustomShape 20"/>
          <p:cNvSpPr/>
          <p:nvPr/>
        </p:nvSpPr>
        <p:spPr>
          <a:xfrm>
            <a:off x="5991120" y="26100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(20 Bytes)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4" name="CustomShape 21"/>
          <p:cNvSpPr/>
          <p:nvPr/>
        </p:nvSpPr>
        <p:spPr>
          <a:xfrm>
            <a:off x="5991120" y="43056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(20 Bytes)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CustomShape 1"/>
          <p:cNvSpPr/>
          <p:nvPr/>
        </p:nvSpPr>
        <p:spPr>
          <a:xfrm>
            <a:off x="1005840" y="438120"/>
            <a:ext cx="12617640" cy="812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840" spc="-1" strike="noStrike">
                <a:solidFill>
                  <a:srgbClr val="de0000"/>
                </a:solidFill>
                <a:latin typeface="Arial"/>
                <a:ea typeface="DejaVu Sans"/>
              </a:rPr>
              <a:t>RPRC Format</a:t>
            </a:r>
            <a:endParaRPr b="0" lang="en-IN" sz="3840" spc="-1" strike="noStrike">
              <a:latin typeface="Arial"/>
            </a:endParaRPr>
          </a:p>
        </p:txBody>
      </p:sp>
      <p:graphicFrame>
        <p:nvGraphicFramePr>
          <p:cNvPr id="756" name="Table 2"/>
          <p:cNvGraphicFramePr/>
          <p:nvPr/>
        </p:nvGraphicFramePr>
        <p:xfrm>
          <a:off x="1436040" y="2143800"/>
          <a:ext cx="3457080" cy="3840120"/>
        </p:xfrm>
        <a:graphic>
          <a:graphicData uri="http://schemas.openxmlformats.org/drawingml/2006/table">
            <a:tbl>
              <a:tblPr/>
              <a:tblGrid>
                <a:gridCol w="3457440"/>
              </a:tblGrid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57" name="CustomShape 3"/>
          <p:cNvSpPr/>
          <p:nvPr/>
        </p:nvSpPr>
        <p:spPr>
          <a:xfrm>
            <a:off x="5032800" y="2143800"/>
            <a:ext cx="408600" cy="57312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758" name="Table 4"/>
          <p:cNvGraphicFramePr/>
          <p:nvPr/>
        </p:nvGraphicFramePr>
        <p:xfrm>
          <a:off x="7003080" y="2131200"/>
          <a:ext cx="1789200" cy="155340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Magic Word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Entry Point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Count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10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Version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9" name="Table 5"/>
          <p:cNvGraphicFramePr/>
          <p:nvPr/>
        </p:nvGraphicFramePr>
        <p:xfrm>
          <a:off x="7003080" y="3806640"/>
          <a:ext cx="1789200" cy="155052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0780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Run Address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Size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10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60" name="CustomShape 6"/>
          <p:cNvSpPr/>
          <p:nvPr/>
        </p:nvSpPr>
        <p:spPr>
          <a:xfrm>
            <a:off x="5032800" y="3782520"/>
            <a:ext cx="408600" cy="54396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1" name="CustomShape 7"/>
          <p:cNvSpPr/>
          <p:nvPr/>
        </p:nvSpPr>
        <p:spPr>
          <a:xfrm flipH="1" flipV="1" rot="10800000">
            <a:off x="8562960" y="3374280"/>
            <a:ext cx="1559520" cy="466200"/>
          </a:xfrm>
          <a:prstGeom prst="bentConnector3">
            <a:avLst>
              <a:gd name="adj1" fmla="val 12556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2" name="CustomShape 8"/>
          <p:cNvSpPr/>
          <p:nvPr/>
        </p:nvSpPr>
        <p:spPr>
          <a:xfrm flipH="1" flipV="1" rot="10800000">
            <a:off x="8562960" y="5098680"/>
            <a:ext cx="1559520" cy="516600"/>
          </a:xfrm>
          <a:prstGeom prst="bentConnector3">
            <a:avLst>
              <a:gd name="adj1" fmla="val 11014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3" name="CustomShape 9"/>
          <p:cNvSpPr/>
          <p:nvPr/>
        </p:nvSpPr>
        <p:spPr>
          <a:xfrm>
            <a:off x="8915400" y="21312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4" name="CustomShape 10"/>
          <p:cNvSpPr/>
          <p:nvPr/>
        </p:nvSpPr>
        <p:spPr>
          <a:xfrm>
            <a:off x="8915400" y="24411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5" name="CustomShape 11"/>
          <p:cNvSpPr/>
          <p:nvPr/>
        </p:nvSpPr>
        <p:spPr>
          <a:xfrm>
            <a:off x="8915400" y="276984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6" name="CustomShape 12"/>
          <p:cNvSpPr/>
          <p:nvPr/>
        </p:nvSpPr>
        <p:spPr>
          <a:xfrm>
            <a:off x="8915400" y="30985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7" name="CustomShape 13"/>
          <p:cNvSpPr/>
          <p:nvPr/>
        </p:nvSpPr>
        <p:spPr>
          <a:xfrm>
            <a:off x="8915400" y="34272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8" name="CustomShape 14"/>
          <p:cNvSpPr/>
          <p:nvPr/>
        </p:nvSpPr>
        <p:spPr>
          <a:xfrm>
            <a:off x="8915400" y="38379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9" name="CustomShape 15"/>
          <p:cNvSpPr/>
          <p:nvPr/>
        </p:nvSpPr>
        <p:spPr>
          <a:xfrm>
            <a:off x="8915400" y="41479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0" name="CustomShape 16"/>
          <p:cNvSpPr/>
          <p:nvPr/>
        </p:nvSpPr>
        <p:spPr>
          <a:xfrm>
            <a:off x="8915400" y="44766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1" name="CustomShape 17"/>
          <p:cNvSpPr/>
          <p:nvPr/>
        </p:nvSpPr>
        <p:spPr>
          <a:xfrm>
            <a:off x="8915400" y="480528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2" name="CustomShape 18"/>
          <p:cNvSpPr/>
          <p:nvPr/>
        </p:nvSpPr>
        <p:spPr>
          <a:xfrm>
            <a:off x="8915400" y="51339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3" name="CustomShape 19"/>
          <p:cNvSpPr/>
          <p:nvPr/>
        </p:nvSpPr>
        <p:spPr>
          <a:xfrm>
            <a:off x="8610480" y="18723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4" name="CustomShape 20"/>
          <p:cNvSpPr/>
          <p:nvPr/>
        </p:nvSpPr>
        <p:spPr>
          <a:xfrm>
            <a:off x="5991120" y="26100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(20 Bytes)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5" name="CustomShape 21"/>
          <p:cNvSpPr/>
          <p:nvPr/>
        </p:nvSpPr>
        <p:spPr>
          <a:xfrm>
            <a:off x="5991120" y="43056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(20 Bytes)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CustomShape 1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XIP gen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77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7A25517A-B110-4E9E-B144-086DD9982B5F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17</a:t>
            </a:fld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778" name="Table 3"/>
          <p:cNvGraphicFramePr/>
          <p:nvPr/>
        </p:nvGraphicFramePr>
        <p:xfrm>
          <a:off x="548640" y="1295280"/>
          <a:ext cx="4723920" cy="4937400"/>
        </p:xfrm>
        <a:graphic>
          <a:graphicData uri="http://schemas.openxmlformats.org/drawingml/2006/table">
            <a:tbl>
              <a:tblPr/>
              <a:tblGrid>
                <a:gridCol w="4724280"/>
              </a:tblGrid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Header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(entry point = 0x0)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Header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0x0, size = 0x80)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Header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0x70080000, size = 8KB)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Header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0x60100000, size = 64KB)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3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4 Header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0x60110000, size = 16KB)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4 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79" name="CustomShape 4"/>
          <p:cNvSpPr/>
          <p:nvPr/>
        </p:nvSpPr>
        <p:spPr>
          <a:xfrm>
            <a:off x="6400800" y="356256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xipGen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780" name="Table 5"/>
          <p:cNvGraphicFramePr/>
          <p:nvPr/>
        </p:nvGraphicFramePr>
        <p:xfrm>
          <a:off x="8913240" y="1251360"/>
          <a:ext cx="3657240" cy="247572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Header</a:t>
                      </a:r>
                      <a:endParaRPr b="0" lang="en-IN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(entry point = 0x0)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Header</a:t>
                      </a:r>
                      <a:endParaRPr b="0" lang="en-IN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0x0, size = 0x80)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9636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Content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Header</a:t>
                      </a:r>
                      <a:endParaRPr b="0" lang="en-IN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0x70080000, size = 8KB)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9600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2 Content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1" name="Table 6"/>
          <p:cNvGraphicFramePr/>
          <p:nvPr/>
        </p:nvGraphicFramePr>
        <p:xfrm>
          <a:off x="8910000" y="4680360"/>
          <a:ext cx="3657240" cy="168336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Header</a:t>
                      </a:r>
                      <a:endParaRPr b="0" lang="en-IN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(entry point = NOT USED)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Header</a:t>
                      </a:r>
                      <a:endParaRPr b="0" lang="en-IN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(addr = 0x60100000, size = 80 KB)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612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Section 1 Content (merged content of section 3 + section 4)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82" name="CustomShape 7"/>
          <p:cNvSpPr/>
          <p:nvPr/>
        </p:nvSpPr>
        <p:spPr>
          <a:xfrm>
            <a:off x="5410080" y="3809880"/>
            <a:ext cx="761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3" name="CustomShape 8"/>
          <p:cNvSpPr/>
          <p:nvPr/>
        </p:nvSpPr>
        <p:spPr>
          <a:xfrm flipV="1">
            <a:off x="7848720" y="2874240"/>
            <a:ext cx="97416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4" name="CustomShape 9"/>
          <p:cNvSpPr/>
          <p:nvPr/>
        </p:nvSpPr>
        <p:spPr>
          <a:xfrm>
            <a:off x="7848720" y="4096080"/>
            <a:ext cx="929520" cy="72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5" name="CustomShape 10"/>
          <p:cNvSpPr/>
          <p:nvPr/>
        </p:nvSpPr>
        <p:spPr>
          <a:xfrm>
            <a:off x="7255080" y="2130120"/>
            <a:ext cx="1522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Non-XIP RPRC file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6" name="CustomShape 11"/>
          <p:cNvSpPr/>
          <p:nvPr/>
        </p:nvSpPr>
        <p:spPr>
          <a:xfrm>
            <a:off x="7534800" y="4680360"/>
            <a:ext cx="1221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XIP RPRC file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7" name="CustomShape 12"/>
          <p:cNvSpPr/>
          <p:nvPr/>
        </p:nvSpPr>
        <p:spPr>
          <a:xfrm>
            <a:off x="5410080" y="4572000"/>
            <a:ext cx="303840" cy="251352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8" name="CustomShape 13"/>
          <p:cNvSpPr/>
          <p:nvPr/>
        </p:nvSpPr>
        <p:spPr>
          <a:xfrm>
            <a:off x="5787720" y="5652000"/>
            <a:ext cx="144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XIP sections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9" name="CustomShape 14"/>
          <p:cNvSpPr/>
          <p:nvPr/>
        </p:nvSpPr>
        <p:spPr>
          <a:xfrm>
            <a:off x="13010760" y="5513760"/>
            <a:ext cx="133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Merged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XIP section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0" name="CustomShape 15"/>
          <p:cNvSpPr/>
          <p:nvPr/>
        </p:nvSpPr>
        <p:spPr>
          <a:xfrm>
            <a:off x="12698640" y="5284440"/>
            <a:ext cx="254160" cy="118728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CustomShape 1"/>
          <p:cNvSpPr/>
          <p:nvPr/>
        </p:nvSpPr>
        <p:spPr>
          <a:xfrm>
            <a:off x="4312800" y="451548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92" name="CustomShape 2"/>
          <p:cNvSpPr/>
          <p:nvPr/>
        </p:nvSpPr>
        <p:spPr>
          <a:xfrm>
            <a:off x="380880" y="1447920"/>
            <a:ext cx="9219240" cy="312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v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3" name="CustomShape 3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Post build steps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94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2682445-2F62-4FCE-92A2-74449456CB8C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17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795" name="CustomShape 5"/>
          <p:cNvSpPr/>
          <p:nvPr/>
        </p:nvSpPr>
        <p:spPr>
          <a:xfrm>
            <a:off x="609480" y="167652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6" name="CustomShape 6"/>
          <p:cNvSpPr/>
          <p:nvPr/>
        </p:nvSpPr>
        <p:spPr>
          <a:xfrm>
            <a:off x="618840" y="280260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7" name="CustomShape 7"/>
          <p:cNvSpPr/>
          <p:nvPr/>
        </p:nvSpPr>
        <p:spPr>
          <a:xfrm>
            <a:off x="2415600" y="167652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8" name="CustomShape 8"/>
          <p:cNvSpPr/>
          <p:nvPr/>
        </p:nvSpPr>
        <p:spPr>
          <a:xfrm>
            <a:off x="2415600" y="278748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9" name="CustomShape 9"/>
          <p:cNvSpPr/>
          <p:nvPr/>
        </p:nvSpPr>
        <p:spPr>
          <a:xfrm>
            <a:off x="2151720" y="389808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.lib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00" name="CustomShape 10"/>
          <p:cNvSpPr/>
          <p:nvPr/>
        </p:nvSpPr>
        <p:spPr>
          <a:xfrm>
            <a:off x="4114800" y="252540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.out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01" name="CustomShape 11"/>
          <p:cNvSpPr/>
          <p:nvPr/>
        </p:nvSpPr>
        <p:spPr>
          <a:xfrm>
            <a:off x="1086480" y="227700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02" name="CustomShape 12"/>
          <p:cNvSpPr/>
          <p:nvPr/>
        </p:nvSpPr>
        <p:spPr>
          <a:xfrm>
            <a:off x="2133720" y="334188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03" name="CustomShape 13"/>
          <p:cNvSpPr/>
          <p:nvPr/>
        </p:nvSpPr>
        <p:spPr>
          <a:xfrm>
            <a:off x="1447920" y="1943280"/>
            <a:ext cx="96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4" name="CustomShape 14"/>
          <p:cNvSpPr/>
          <p:nvPr/>
        </p:nvSpPr>
        <p:spPr>
          <a:xfrm>
            <a:off x="1447920" y="3032640"/>
            <a:ext cx="933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5" name="CustomShape 15"/>
          <p:cNvSpPr/>
          <p:nvPr/>
        </p:nvSpPr>
        <p:spPr>
          <a:xfrm>
            <a:off x="3429000" y="1943280"/>
            <a:ext cx="684720" cy="8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6" name="CustomShape 16"/>
          <p:cNvSpPr/>
          <p:nvPr/>
        </p:nvSpPr>
        <p:spPr>
          <a:xfrm flipV="1">
            <a:off x="3420000" y="2791080"/>
            <a:ext cx="693720" cy="26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7" name="CustomShape 17"/>
          <p:cNvSpPr/>
          <p:nvPr/>
        </p:nvSpPr>
        <p:spPr>
          <a:xfrm flipV="1">
            <a:off x="3420000" y="2791080"/>
            <a:ext cx="693720" cy="132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8" name="CustomShape 18"/>
          <p:cNvSpPr/>
          <p:nvPr/>
        </p:nvSpPr>
        <p:spPr>
          <a:xfrm>
            <a:off x="5422320" y="2787480"/>
            <a:ext cx="67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9" name="CustomShape 19"/>
          <p:cNvSpPr/>
          <p:nvPr/>
        </p:nvSpPr>
        <p:spPr>
          <a:xfrm>
            <a:off x="6108120" y="252540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10" name="CustomShape 20"/>
          <p:cNvSpPr/>
          <p:nvPr/>
        </p:nvSpPr>
        <p:spPr>
          <a:xfrm>
            <a:off x="8001000" y="190944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11" name="CustomShape 21"/>
          <p:cNvSpPr/>
          <p:nvPr/>
        </p:nvSpPr>
        <p:spPr>
          <a:xfrm>
            <a:off x="7976520" y="3032640"/>
            <a:ext cx="1230480" cy="74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.rprc_xip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12" name="CustomShape 22"/>
          <p:cNvSpPr/>
          <p:nvPr/>
        </p:nvSpPr>
        <p:spPr>
          <a:xfrm flipV="1">
            <a:off x="7339680" y="2132280"/>
            <a:ext cx="636120" cy="652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3" name="CustomShape 23"/>
          <p:cNvSpPr/>
          <p:nvPr/>
        </p:nvSpPr>
        <p:spPr>
          <a:xfrm>
            <a:off x="7339680" y="2804040"/>
            <a:ext cx="636120" cy="515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4" name="CustomShape 24"/>
          <p:cNvSpPr/>
          <p:nvPr/>
        </p:nvSpPr>
        <p:spPr>
          <a:xfrm>
            <a:off x="1405440" y="306936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5" name="CustomShape 25"/>
          <p:cNvSpPr/>
          <p:nvPr/>
        </p:nvSpPr>
        <p:spPr>
          <a:xfrm>
            <a:off x="3664080" y="3454920"/>
            <a:ext cx="72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linker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6" name="CustomShape 26"/>
          <p:cNvSpPr/>
          <p:nvPr/>
        </p:nvSpPr>
        <p:spPr>
          <a:xfrm>
            <a:off x="1441080" y="190584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7" name="CustomShape 27"/>
          <p:cNvSpPr/>
          <p:nvPr/>
        </p:nvSpPr>
        <p:spPr>
          <a:xfrm>
            <a:off x="5369040" y="2978280"/>
            <a:ext cx="94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out2rpc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8" name="CustomShape 28"/>
          <p:cNvSpPr/>
          <p:nvPr/>
        </p:nvSpPr>
        <p:spPr>
          <a:xfrm>
            <a:off x="7456680" y="2580480"/>
            <a:ext cx="90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xipGen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9" name="CustomShape 29"/>
          <p:cNvSpPr/>
          <p:nvPr/>
        </p:nvSpPr>
        <p:spPr>
          <a:xfrm>
            <a:off x="8259480" y="4116240"/>
            <a:ext cx="78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0" name="CustomShape 30"/>
          <p:cNvSpPr/>
          <p:nvPr/>
        </p:nvSpPr>
        <p:spPr>
          <a:xfrm>
            <a:off x="380880" y="4917600"/>
            <a:ext cx="9219240" cy="312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v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1" name="CustomShape 31"/>
          <p:cNvSpPr/>
          <p:nvPr/>
        </p:nvSpPr>
        <p:spPr>
          <a:xfrm>
            <a:off x="609480" y="514620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2" name="CustomShape 32"/>
          <p:cNvSpPr/>
          <p:nvPr/>
        </p:nvSpPr>
        <p:spPr>
          <a:xfrm>
            <a:off x="618840" y="627264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3" name="CustomShape 33"/>
          <p:cNvSpPr/>
          <p:nvPr/>
        </p:nvSpPr>
        <p:spPr>
          <a:xfrm>
            <a:off x="2415600" y="514620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4" name="CustomShape 34"/>
          <p:cNvSpPr/>
          <p:nvPr/>
        </p:nvSpPr>
        <p:spPr>
          <a:xfrm>
            <a:off x="2415600" y="625716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5" name="CustomShape 35"/>
          <p:cNvSpPr/>
          <p:nvPr/>
        </p:nvSpPr>
        <p:spPr>
          <a:xfrm>
            <a:off x="2151720" y="736812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.lib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6" name="CustomShape 36"/>
          <p:cNvSpPr/>
          <p:nvPr/>
        </p:nvSpPr>
        <p:spPr>
          <a:xfrm>
            <a:off x="4114800" y="599508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.out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27" name="CustomShape 37"/>
          <p:cNvSpPr/>
          <p:nvPr/>
        </p:nvSpPr>
        <p:spPr>
          <a:xfrm>
            <a:off x="1086480" y="574704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28" name="CustomShape 38"/>
          <p:cNvSpPr/>
          <p:nvPr/>
        </p:nvSpPr>
        <p:spPr>
          <a:xfrm>
            <a:off x="2133720" y="681192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29" name="CustomShape 39"/>
          <p:cNvSpPr/>
          <p:nvPr/>
        </p:nvSpPr>
        <p:spPr>
          <a:xfrm>
            <a:off x="1447920" y="5412960"/>
            <a:ext cx="96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0" name="CustomShape 40"/>
          <p:cNvSpPr/>
          <p:nvPr/>
        </p:nvSpPr>
        <p:spPr>
          <a:xfrm>
            <a:off x="1447920" y="6502680"/>
            <a:ext cx="933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1" name="CustomShape 41"/>
          <p:cNvSpPr/>
          <p:nvPr/>
        </p:nvSpPr>
        <p:spPr>
          <a:xfrm>
            <a:off x="3429000" y="5412960"/>
            <a:ext cx="684720" cy="8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2" name="CustomShape 42"/>
          <p:cNvSpPr/>
          <p:nvPr/>
        </p:nvSpPr>
        <p:spPr>
          <a:xfrm flipV="1">
            <a:off x="3420000" y="6261120"/>
            <a:ext cx="693720" cy="26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3" name="CustomShape 43"/>
          <p:cNvSpPr/>
          <p:nvPr/>
        </p:nvSpPr>
        <p:spPr>
          <a:xfrm flipV="1">
            <a:off x="3420000" y="6261120"/>
            <a:ext cx="693720" cy="132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4" name="CustomShape 44"/>
          <p:cNvSpPr/>
          <p:nvPr/>
        </p:nvSpPr>
        <p:spPr>
          <a:xfrm>
            <a:off x="5422320" y="6257160"/>
            <a:ext cx="67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5" name="CustomShape 45"/>
          <p:cNvSpPr/>
          <p:nvPr/>
        </p:nvSpPr>
        <p:spPr>
          <a:xfrm>
            <a:off x="6108120" y="599508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36" name="CustomShape 46"/>
          <p:cNvSpPr/>
          <p:nvPr/>
        </p:nvSpPr>
        <p:spPr>
          <a:xfrm>
            <a:off x="8001000" y="537948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37" name="CustomShape 47"/>
          <p:cNvSpPr/>
          <p:nvPr/>
        </p:nvSpPr>
        <p:spPr>
          <a:xfrm>
            <a:off x="7976520" y="6502680"/>
            <a:ext cx="1230480" cy="76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.rprc_xip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38" name="CustomShape 48"/>
          <p:cNvSpPr/>
          <p:nvPr/>
        </p:nvSpPr>
        <p:spPr>
          <a:xfrm flipV="1">
            <a:off x="7339680" y="5601960"/>
            <a:ext cx="636120" cy="652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9" name="CustomShape 49"/>
          <p:cNvSpPr/>
          <p:nvPr/>
        </p:nvSpPr>
        <p:spPr>
          <a:xfrm>
            <a:off x="7339680" y="6274080"/>
            <a:ext cx="636120" cy="515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0" name="CustomShape 50"/>
          <p:cNvSpPr/>
          <p:nvPr/>
        </p:nvSpPr>
        <p:spPr>
          <a:xfrm>
            <a:off x="1405440" y="653940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1" name="CustomShape 51"/>
          <p:cNvSpPr/>
          <p:nvPr/>
        </p:nvSpPr>
        <p:spPr>
          <a:xfrm>
            <a:off x="3664080" y="6924600"/>
            <a:ext cx="72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linker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2" name="CustomShape 52"/>
          <p:cNvSpPr/>
          <p:nvPr/>
        </p:nvSpPr>
        <p:spPr>
          <a:xfrm>
            <a:off x="1441080" y="537588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3" name="CustomShape 53"/>
          <p:cNvSpPr/>
          <p:nvPr/>
        </p:nvSpPr>
        <p:spPr>
          <a:xfrm>
            <a:off x="5369040" y="6448320"/>
            <a:ext cx="94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out2rpc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4" name="CustomShape 54"/>
          <p:cNvSpPr/>
          <p:nvPr/>
        </p:nvSpPr>
        <p:spPr>
          <a:xfrm>
            <a:off x="7456680" y="6050520"/>
            <a:ext cx="90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xipGen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5" name="CustomShape 55"/>
          <p:cNvSpPr/>
          <p:nvPr/>
        </p:nvSpPr>
        <p:spPr>
          <a:xfrm>
            <a:off x="8259480" y="7586280"/>
            <a:ext cx="78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6" name="CustomShape 56"/>
          <p:cNvSpPr/>
          <p:nvPr/>
        </p:nvSpPr>
        <p:spPr>
          <a:xfrm>
            <a:off x="12231720" y="3399480"/>
            <a:ext cx="2016720" cy="497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.appimage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47" name="CustomShape 57"/>
          <p:cNvSpPr/>
          <p:nvPr/>
        </p:nvSpPr>
        <p:spPr>
          <a:xfrm>
            <a:off x="12243960" y="4590000"/>
            <a:ext cx="2016720" cy="821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.appimage_xip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48" name="CustomShape 58"/>
          <p:cNvSpPr/>
          <p:nvPr/>
        </p:nvSpPr>
        <p:spPr>
          <a:xfrm>
            <a:off x="9208080" y="2145240"/>
            <a:ext cx="3022560" cy="150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9" name="CustomShape 59"/>
          <p:cNvSpPr/>
          <p:nvPr/>
        </p:nvSpPr>
        <p:spPr>
          <a:xfrm flipV="1">
            <a:off x="9232560" y="3647520"/>
            <a:ext cx="2998080" cy="195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0" name="CustomShape 60"/>
          <p:cNvSpPr/>
          <p:nvPr/>
        </p:nvSpPr>
        <p:spPr>
          <a:xfrm>
            <a:off x="9220320" y="3454920"/>
            <a:ext cx="3022560" cy="150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1" name="CustomShape 61"/>
          <p:cNvSpPr/>
          <p:nvPr/>
        </p:nvSpPr>
        <p:spPr>
          <a:xfrm flipV="1">
            <a:off x="9238320" y="4909680"/>
            <a:ext cx="2998080" cy="195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2" name="CustomShape 62"/>
          <p:cNvSpPr/>
          <p:nvPr/>
        </p:nvSpPr>
        <p:spPr>
          <a:xfrm>
            <a:off x="10425240" y="3464280"/>
            <a:ext cx="158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multiCoreGen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3" name="CustomShape 63"/>
          <p:cNvSpPr/>
          <p:nvPr/>
        </p:nvSpPr>
        <p:spPr>
          <a:xfrm>
            <a:off x="10483200" y="4773960"/>
            <a:ext cx="158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multiCoreGen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CustomShape 1"/>
          <p:cNvSpPr/>
          <p:nvPr/>
        </p:nvSpPr>
        <p:spPr>
          <a:xfrm>
            <a:off x="4312800" y="451548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55" name="CustomShape 2"/>
          <p:cNvSpPr/>
          <p:nvPr/>
        </p:nvSpPr>
        <p:spPr>
          <a:xfrm>
            <a:off x="380880" y="1447920"/>
            <a:ext cx="7390440" cy="312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v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6" name="CustomShape 3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Post build steps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57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084078CE-755E-4441-88AE-A4C9E2ACA1BA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17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858" name="CustomShape 5"/>
          <p:cNvSpPr/>
          <p:nvPr/>
        </p:nvSpPr>
        <p:spPr>
          <a:xfrm>
            <a:off x="609480" y="167652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59" name="CustomShape 6"/>
          <p:cNvSpPr/>
          <p:nvPr/>
        </p:nvSpPr>
        <p:spPr>
          <a:xfrm>
            <a:off x="618840" y="280260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0" name="CustomShape 7"/>
          <p:cNvSpPr/>
          <p:nvPr/>
        </p:nvSpPr>
        <p:spPr>
          <a:xfrm>
            <a:off x="2415600" y="167652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1" name="CustomShape 8"/>
          <p:cNvSpPr/>
          <p:nvPr/>
        </p:nvSpPr>
        <p:spPr>
          <a:xfrm>
            <a:off x="2415600" y="278748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2" name="CustomShape 9"/>
          <p:cNvSpPr/>
          <p:nvPr/>
        </p:nvSpPr>
        <p:spPr>
          <a:xfrm>
            <a:off x="2151720" y="389808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.lib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3" name="CustomShape 10"/>
          <p:cNvSpPr/>
          <p:nvPr/>
        </p:nvSpPr>
        <p:spPr>
          <a:xfrm>
            <a:off x="4114800" y="252540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.out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64" name="CustomShape 11"/>
          <p:cNvSpPr/>
          <p:nvPr/>
        </p:nvSpPr>
        <p:spPr>
          <a:xfrm>
            <a:off x="1086480" y="227700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65" name="CustomShape 12"/>
          <p:cNvSpPr/>
          <p:nvPr/>
        </p:nvSpPr>
        <p:spPr>
          <a:xfrm>
            <a:off x="2133720" y="334188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66" name="CustomShape 13"/>
          <p:cNvSpPr/>
          <p:nvPr/>
        </p:nvSpPr>
        <p:spPr>
          <a:xfrm>
            <a:off x="1447920" y="1943280"/>
            <a:ext cx="96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7" name="CustomShape 14"/>
          <p:cNvSpPr/>
          <p:nvPr/>
        </p:nvSpPr>
        <p:spPr>
          <a:xfrm>
            <a:off x="1447920" y="3032640"/>
            <a:ext cx="933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8" name="CustomShape 15"/>
          <p:cNvSpPr/>
          <p:nvPr/>
        </p:nvSpPr>
        <p:spPr>
          <a:xfrm>
            <a:off x="3429000" y="1943280"/>
            <a:ext cx="684720" cy="8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9" name="CustomShape 16"/>
          <p:cNvSpPr/>
          <p:nvPr/>
        </p:nvSpPr>
        <p:spPr>
          <a:xfrm flipV="1">
            <a:off x="3420000" y="2791080"/>
            <a:ext cx="693720" cy="26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0" name="CustomShape 17"/>
          <p:cNvSpPr/>
          <p:nvPr/>
        </p:nvSpPr>
        <p:spPr>
          <a:xfrm flipV="1">
            <a:off x="3420000" y="2791080"/>
            <a:ext cx="693720" cy="132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1" name="CustomShape 18"/>
          <p:cNvSpPr/>
          <p:nvPr/>
        </p:nvSpPr>
        <p:spPr>
          <a:xfrm>
            <a:off x="5422320" y="2787480"/>
            <a:ext cx="67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2" name="CustomShape 19"/>
          <p:cNvSpPr/>
          <p:nvPr/>
        </p:nvSpPr>
        <p:spPr>
          <a:xfrm>
            <a:off x="6108120" y="252540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73" name="CustomShape 20"/>
          <p:cNvSpPr/>
          <p:nvPr/>
        </p:nvSpPr>
        <p:spPr>
          <a:xfrm>
            <a:off x="1405440" y="306936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4" name="CustomShape 21"/>
          <p:cNvSpPr/>
          <p:nvPr/>
        </p:nvSpPr>
        <p:spPr>
          <a:xfrm>
            <a:off x="3664080" y="3454920"/>
            <a:ext cx="72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linker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5" name="CustomShape 22"/>
          <p:cNvSpPr/>
          <p:nvPr/>
        </p:nvSpPr>
        <p:spPr>
          <a:xfrm>
            <a:off x="1441080" y="190584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6" name="CustomShape 23"/>
          <p:cNvSpPr/>
          <p:nvPr/>
        </p:nvSpPr>
        <p:spPr>
          <a:xfrm>
            <a:off x="5369040" y="2978280"/>
            <a:ext cx="94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out2rpc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7" name="CustomShape 24"/>
          <p:cNvSpPr/>
          <p:nvPr/>
        </p:nvSpPr>
        <p:spPr>
          <a:xfrm>
            <a:off x="6863400" y="4116240"/>
            <a:ext cx="78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8" name="CustomShape 25"/>
          <p:cNvSpPr/>
          <p:nvPr/>
        </p:nvSpPr>
        <p:spPr>
          <a:xfrm>
            <a:off x="380880" y="4917600"/>
            <a:ext cx="7390440" cy="312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v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9" name="CustomShape 26"/>
          <p:cNvSpPr/>
          <p:nvPr/>
        </p:nvSpPr>
        <p:spPr>
          <a:xfrm>
            <a:off x="609480" y="514620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0" name="CustomShape 27"/>
          <p:cNvSpPr/>
          <p:nvPr/>
        </p:nvSpPr>
        <p:spPr>
          <a:xfrm>
            <a:off x="618840" y="6272640"/>
            <a:ext cx="8370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1" name="CustomShape 28"/>
          <p:cNvSpPr/>
          <p:nvPr/>
        </p:nvSpPr>
        <p:spPr>
          <a:xfrm>
            <a:off x="2415600" y="514620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2" name="CustomShape 29"/>
          <p:cNvSpPr/>
          <p:nvPr/>
        </p:nvSpPr>
        <p:spPr>
          <a:xfrm>
            <a:off x="2415600" y="6257160"/>
            <a:ext cx="1012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.obj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3" name="CustomShape 30"/>
          <p:cNvSpPr/>
          <p:nvPr/>
        </p:nvSpPr>
        <p:spPr>
          <a:xfrm>
            <a:off x="2151720" y="736812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.lib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4" name="CustomShape 31"/>
          <p:cNvSpPr/>
          <p:nvPr/>
        </p:nvSpPr>
        <p:spPr>
          <a:xfrm>
            <a:off x="4114800" y="5995080"/>
            <a:ext cx="129420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.out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85" name="CustomShape 32"/>
          <p:cNvSpPr/>
          <p:nvPr/>
        </p:nvSpPr>
        <p:spPr>
          <a:xfrm>
            <a:off x="1086480" y="574704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86" name="CustomShape 33"/>
          <p:cNvSpPr/>
          <p:nvPr/>
        </p:nvSpPr>
        <p:spPr>
          <a:xfrm>
            <a:off x="2133720" y="6811920"/>
            <a:ext cx="129420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87" name="CustomShape 34"/>
          <p:cNvSpPr/>
          <p:nvPr/>
        </p:nvSpPr>
        <p:spPr>
          <a:xfrm>
            <a:off x="1447920" y="5412960"/>
            <a:ext cx="96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8" name="CustomShape 35"/>
          <p:cNvSpPr/>
          <p:nvPr/>
        </p:nvSpPr>
        <p:spPr>
          <a:xfrm>
            <a:off x="1447920" y="6502680"/>
            <a:ext cx="933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9" name="CustomShape 36"/>
          <p:cNvSpPr/>
          <p:nvPr/>
        </p:nvSpPr>
        <p:spPr>
          <a:xfrm>
            <a:off x="3429000" y="5412960"/>
            <a:ext cx="684720" cy="8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0" name="CustomShape 37"/>
          <p:cNvSpPr/>
          <p:nvPr/>
        </p:nvSpPr>
        <p:spPr>
          <a:xfrm flipV="1">
            <a:off x="3420000" y="6261120"/>
            <a:ext cx="693720" cy="26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1" name="CustomShape 38"/>
          <p:cNvSpPr/>
          <p:nvPr/>
        </p:nvSpPr>
        <p:spPr>
          <a:xfrm flipV="1">
            <a:off x="3420000" y="6261120"/>
            <a:ext cx="693720" cy="132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2" name="CustomShape 39"/>
          <p:cNvSpPr/>
          <p:nvPr/>
        </p:nvSpPr>
        <p:spPr>
          <a:xfrm>
            <a:off x="5422320" y="6257160"/>
            <a:ext cx="67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3" name="CustomShape 40"/>
          <p:cNvSpPr/>
          <p:nvPr/>
        </p:nvSpPr>
        <p:spPr>
          <a:xfrm>
            <a:off x="6108120" y="5995080"/>
            <a:ext cx="1230480" cy="47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.rprc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94" name="CustomShape 41"/>
          <p:cNvSpPr/>
          <p:nvPr/>
        </p:nvSpPr>
        <p:spPr>
          <a:xfrm>
            <a:off x="1405440" y="653940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5" name="CustomShape 42"/>
          <p:cNvSpPr/>
          <p:nvPr/>
        </p:nvSpPr>
        <p:spPr>
          <a:xfrm>
            <a:off x="3664080" y="6924600"/>
            <a:ext cx="72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linker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6" name="CustomShape 43"/>
          <p:cNvSpPr/>
          <p:nvPr/>
        </p:nvSpPr>
        <p:spPr>
          <a:xfrm>
            <a:off x="1441080" y="5375880"/>
            <a:ext cx="104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compiler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7" name="CustomShape 44"/>
          <p:cNvSpPr/>
          <p:nvPr/>
        </p:nvSpPr>
        <p:spPr>
          <a:xfrm>
            <a:off x="5369040" y="6448320"/>
            <a:ext cx="94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out2rpc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8" name="CustomShape 45"/>
          <p:cNvSpPr/>
          <p:nvPr/>
        </p:nvSpPr>
        <p:spPr>
          <a:xfrm>
            <a:off x="6863400" y="7586280"/>
            <a:ext cx="78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9" name="CustomShape 46"/>
          <p:cNvSpPr/>
          <p:nvPr/>
        </p:nvSpPr>
        <p:spPr>
          <a:xfrm>
            <a:off x="10344960" y="4015080"/>
            <a:ext cx="2016720" cy="497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ffffff"/>
                </a:solidFill>
                <a:latin typeface="Consolas"/>
                <a:ea typeface="DejaVu Sans"/>
              </a:rPr>
              <a:t>.appimage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00" name="CustomShape 47"/>
          <p:cNvSpPr/>
          <p:nvPr/>
        </p:nvSpPr>
        <p:spPr>
          <a:xfrm>
            <a:off x="7321320" y="2760840"/>
            <a:ext cx="3022560" cy="150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1" name="CustomShape 48"/>
          <p:cNvSpPr/>
          <p:nvPr/>
        </p:nvSpPr>
        <p:spPr>
          <a:xfrm flipV="1">
            <a:off x="7345800" y="4263120"/>
            <a:ext cx="2998080" cy="195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2" name="CustomShape 49"/>
          <p:cNvSpPr/>
          <p:nvPr/>
        </p:nvSpPr>
        <p:spPr>
          <a:xfrm>
            <a:off x="8538480" y="4079880"/>
            <a:ext cx="158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multiCoreGen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CustomShape 1"/>
          <p:cNvSpPr/>
          <p:nvPr/>
        </p:nvSpPr>
        <p:spPr>
          <a:xfrm>
            <a:off x="1005840" y="438120"/>
            <a:ext cx="12617640" cy="812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840" spc="-1" strike="noStrike">
                <a:solidFill>
                  <a:srgbClr val="de0000"/>
                </a:solidFill>
                <a:latin typeface="Arial"/>
                <a:ea typeface="DejaVu Sans"/>
              </a:rPr>
              <a:t>Multi-core Image</a:t>
            </a:r>
            <a:endParaRPr b="0" lang="en-IN" sz="3840" spc="-1" strike="noStrike">
              <a:latin typeface="Arial"/>
            </a:endParaRPr>
          </a:p>
        </p:txBody>
      </p:sp>
      <p:graphicFrame>
        <p:nvGraphicFramePr>
          <p:cNvPr id="904" name="Table 2"/>
          <p:cNvGraphicFramePr/>
          <p:nvPr/>
        </p:nvGraphicFramePr>
        <p:xfrm>
          <a:off x="2807640" y="1691640"/>
          <a:ext cx="3457080" cy="4937400"/>
        </p:xfrm>
        <a:graphic>
          <a:graphicData uri="http://schemas.openxmlformats.org/drawingml/2006/table">
            <a:tbl>
              <a:tblPr/>
              <a:tblGrid>
                <a:gridCol w="3457440"/>
              </a:tblGrid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Multi-Core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1 Meta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2 Meta Header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…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Header End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1 RPRC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2 RPRC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…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N RPRC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905" name="CustomShape 3"/>
          <p:cNvSpPr/>
          <p:nvPr/>
        </p:nvSpPr>
        <p:spPr>
          <a:xfrm>
            <a:off x="6404400" y="1691640"/>
            <a:ext cx="408600" cy="57312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906" name="Table 4"/>
          <p:cNvGraphicFramePr/>
          <p:nvPr/>
        </p:nvGraphicFramePr>
        <p:xfrm>
          <a:off x="8374680" y="1679040"/>
          <a:ext cx="1789200" cy="124236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Magic Word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Number of Cores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Device ID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68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7" name="Table 5"/>
          <p:cNvGraphicFramePr/>
          <p:nvPr/>
        </p:nvGraphicFramePr>
        <p:xfrm>
          <a:off x="8374680" y="3354480"/>
          <a:ext cx="1789200" cy="61776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0780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Core ID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32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RPPC Image Offset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908" name="CustomShape 6"/>
          <p:cNvSpPr/>
          <p:nvPr/>
        </p:nvSpPr>
        <p:spPr>
          <a:xfrm>
            <a:off x="6374160" y="2784960"/>
            <a:ext cx="408600" cy="54396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9" name="CustomShape 7"/>
          <p:cNvSpPr/>
          <p:nvPr/>
        </p:nvSpPr>
        <p:spPr>
          <a:xfrm flipH="1" flipV="1" rot="10800000">
            <a:off x="9934560" y="2611080"/>
            <a:ext cx="1559520" cy="310680"/>
          </a:xfrm>
          <a:prstGeom prst="bentConnector3">
            <a:avLst>
              <a:gd name="adj1" fmla="val 15578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0" name="CustomShape 8"/>
          <p:cNvSpPr/>
          <p:nvPr/>
        </p:nvSpPr>
        <p:spPr>
          <a:xfrm flipH="1" flipV="1" rot="10800000">
            <a:off x="9964800" y="4259520"/>
            <a:ext cx="1589760" cy="595800"/>
          </a:xfrm>
          <a:prstGeom prst="bentConnector3">
            <a:avLst>
              <a:gd name="adj1" fmla="val 16349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1" name="CustomShape 9"/>
          <p:cNvSpPr/>
          <p:nvPr/>
        </p:nvSpPr>
        <p:spPr>
          <a:xfrm>
            <a:off x="10287000" y="167904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2" name="CustomShape 10"/>
          <p:cNvSpPr/>
          <p:nvPr/>
        </p:nvSpPr>
        <p:spPr>
          <a:xfrm>
            <a:off x="10287000" y="19893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3" name="CustomShape 11"/>
          <p:cNvSpPr/>
          <p:nvPr/>
        </p:nvSpPr>
        <p:spPr>
          <a:xfrm>
            <a:off x="10287000" y="231804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4" name="CustomShape 12"/>
          <p:cNvSpPr/>
          <p:nvPr/>
        </p:nvSpPr>
        <p:spPr>
          <a:xfrm>
            <a:off x="10287000" y="26463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5" name="CustomShape 13"/>
          <p:cNvSpPr/>
          <p:nvPr/>
        </p:nvSpPr>
        <p:spPr>
          <a:xfrm>
            <a:off x="10287000" y="33858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6" name="CustomShape 14"/>
          <p:cNvSpPr/>
          <p:nvPr/>
        </p:nvSpPr>
        <p:spPr>
          <a:xfrm>
            <a:off x="10287000" y="36957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7" name="CustomShape 15"/>
          <p:cNvSpPr/>
          <p:nvPr/>
        </p:nvSpPr>
        <p:spPr>
          <a:xfrm>
            <a:off x="9982080" y="14202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8" name="CustomShape 16"/>
          <p:cNvSpPr/>
          <p:nvPr/>
        </p:nvSpPr>
        <p:spPr>
          <a:xfrm>
            <a:off x="7362720" y="20901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(16 Bytes)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9" name="CustomShape 17"/>
          <p:cNvSpPr/>
          <p:nvPr/>
        </p:nvSpPr>
        <p:spPr>
          <a:xfrm>
            <a:off x="7362720" y="34189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(8 Bytes)</a:t>
            </a:r>
            <a:endParaRPr b="0" lang="en-IN" sz="1200" spc="-1" strike="noStrike">
              <a:latin typeface="Arial"/>
            </a:endParaRPr>
          </a:p>
        </p:txBody>
      </p:sp>
      <p:graphicFrame>
        <p:nvGraphicFramePr>
          <p:cNvPr id="920" name="Table 18"/>
          <p:cNvGraphicFramePr/>
          <p:nvPr/>
        </p:nvGraphicFramePr>
        <p:xfrm>
          <a:off x="8374680" y="4486320"/>
          <a:ext cx="1789200" cy="617760"/>
        </p:xfrm>
        <a:graphic>
          <a:graphicData uri="http://schemas.openxmlformats.org/drawingml/2006/table">
            <a:tbl>
              <a:tblPr/>
              <a:tblGrid>
                <a:gridCol w="1789560"/>
              </a:tblGrid>
              <a:tr h="30780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Reserved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10320">
                <a:tc>
                  <a:txBody>
                    <a:bodyPr lIns="109440" rIns="109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End of Header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921" name="CustomShape 19"/>
          <p:cNvSpPr/>
          <p:nvPr/>
        </p:nvSpPr>
        <p:spPr>
          <a:xfrm>
            <a:off x="6374160" y="3916800"/>
            <a:ext cx="408600" cy="54396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2" name="CustomShape 20"/>
          <p:cNvSpPr/>
          <p:nvPr/>
        </p:nvSpPr>
        <p:spPr>
          <a:xfrm flipH="1" flipV="1" rot="10800000">
            <a:off x="9964800" y="5391360"/>
            <a:ext cx="1589760" cy="595800"/>
          </a:xfrm>
          <a:prstGeom prst="bentConnector3">
            <a:avLst>
              <a:gd name="adj1" fmla="val 16349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3" name="CustomShape 21"/>
          <p:cNvSpPr/>
          <p:nvPr/>
        </p:nvSpPr>
        <p:spPr>
          <a:xfrm>
            <a:off x="10287000" y="451764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4" name="CustomShape 22"/>
          <p:cNvSpPr/>
          <p:nvPr/>
        </p:nvSpPr>
        <p:spPr>
          <a:xfrm>
            <a:off x="10287000" y="482760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0x00000004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5" name="CustomShape 23"/>
          <p:cNvSpPr/>
          <p:nvPr/>
        </p:nvSpPr>
        <p:spPr>
          <a:xfrm>
            <a:off x="7362720" y="45507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(8 Bytes)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6" name="CustomShape 24"/>
          <p:cNvSpPr/>
          <p:nvPr/>
        </p:nvSpPr>
        <p:spPr>
          <a:xfrm rot="10800000">
            <a:off x="3211920" y="7147800"/>
            <a:ext cx="438120" cy="272700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7" name="CustomShape 25"/>
          <p:cNvSpPr/>
          <p:nvPr/>
        </p:nvSpPr>
        <p:spPr>
          <a:xfrm rot="16200000">
            <a:off x="1293480" y="282456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Meta Header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8" name="CustomShape 26"/>
          <p:cNvSpPr/>
          <p:nvPr/>
        </p:nvSpPr>
        <p:spPr>
          <a:xfrm rot="10800000">
            <a:off x="3151800" y="8839080"/>
            <a:ext cx="407520" cy="220860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CustomShape 27"/>
          <p:cNvSpPr/>
          <p:nvPr/>
        </p:nvSpPr>
        <p:spPr>
          <a:xfrm rot="16200000">
            <a:off x="1338120" y="52531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RPRC Images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0" name="CustomShape 28"/>
          <p:cNvSpPr/>
          <p:nvPr/>
        </p:nvSpPr>
        <p:spPr>
          <a:xfrm>
            <a:off x="6374160" y="6054480"/>
            <a:ext cx="408600" cy="573840"/>
          </a:xfrm>
          <a:prstGeom prst="rightBrace">
            <a:avLst>
              <a:gd name="adj1" fmla="val 8333"/>
              <a:gd name="adj2" fmla="val 5182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1" name="CustomShape 29"/>
          <p:cNvSpPr/>
          <p:nvPr/>
        </p:nvSpPr>
        <p:spPr>
          <a:xfrm>
            <a:off x="6814080" y="6203520"/>
            <a:ext cx="167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*Refer RPRC Format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2" name="CustomShape 30"/>
          <p:cNvSpPr/>
          <p:nvPr/>
        </p:nvSpPr>
        <p:spPr>
          <a:xfrm>
            <a:off x="9791640" y="3048480"/>
            <a:ext cx="2665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Offset: 0x10 + (8 * Core Index)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3" name="CustomShape 31"/>
          <p:cNvSpPr/>
          <p:nvPr/>
        </p:nvSpPr>
        <p:spPr>
          <a:xfrm>
            <a:off x="9829800" y="4189320"/>
            <a:ext cx="2665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Offset: 0x10 + (8 * Num Cores)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CustomShape 1"/>
          <p:cNvSpPr/>
          <p:nvPr/>
        </p:nvSpPr>
        <p:spPr>
          <a:xfrm>
            <a:off x="38862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5" name="CustomShape 2"/>
          <p:cNvSpPr/>
          <p:nvPr/>
        </p:nvSpPr>
        <p:spPr>
          <a:xfrm>
            <a:off x="228600" y="1056960"/>
            <a:ext cx="3199320" cy="178956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Space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6" name="CustomShape 3"/>
          <p:cNvSpPr/>
          <p:nvPr/>
        </p:nvSpPr>
        <p:spPr>
          <a:xfrm>
            <a:off x="228600" y="3000600"/>
            <a:ext cx="3199320" cy="2661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 Space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7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9E69167B-6C62-488A-A099-2AB05CCFA64B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938" name="CustomShape 5"/>
          <p:cNvSpPr/>
          <p:nvPr/>
        </p:nvSpPr>
        <p:spPr>
          <a:xfrm>
            <a:off x="40539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9" name="CustomShape 6"/>
          <p:cNvSpPr/>
          <p:nvPr/>
        </p:nvSpPr>
        <p:spPr>
          <a:xfrm>
            <a:off x="46483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0" name="CustomShape 7"/>
          <p:cNvSpPr/>
          <p:nvPr/>
        </p:nvSpPr>
        <p:spPr>
          <a:xfrm>
            <a:off x="40384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1" name="CustomShape 8"/>
          <p:cNvSpPr/>
          <p:nvPr/>
        </p:nvSpPr>
        <p:spPr>
          <a:xfrm>
            <a:off x="38862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2" name="CustomShape 9"/>
          <p:cNvSpPr/>
          <p:nvPr/>
        </p:nvSpPr>
        <p:spPr>
          <a:xfrm>
            <a:off x="454320" y="3421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3" name="CustomShape 10"/>
          <p:cNvSpPr/>
          <p:nvPr/>
        </p:nvSpPr>
        <p:spPr>
          <a:xfrm>
            <a:off x="454320" y="21924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 Char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4" name="CustomShape 11"/>
          <p:cNvSpPr/>
          <p:nvPr/>
        </p:nvSpPr>
        <p:spPr>
          <a:xfrm>
            <a:off x="441360" y="14587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5" name="CustomShape 12"/>
          <p:cNvSpPr/>
          <p:nvPr/>
        </p:nvSpPr>
        <p:spPr>
          <a:xfrm>
            <a:off x="438120" y="490212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Linux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6" name="CustomShape 13"/>
          <p:cNvSpPr/>
          <p:nvPr/>
        </p:nvSpPr>
        <p:spPr>
          <a:xfrm>
            <a:off x="2286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A53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7" name="CustomShape 14"/>
          <p:cNvSpPr/>
          <p:nvPr/>
        </p:nvSpPr>
        <p:spPr>
          <a:xfrm>
            <a:off x="43434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8" name="CustomShape 15"/>
          <p:cNvSpPr/>
          <p:nvPr/>
        </p:nvSpPr>
        <p:spPr>
          <a:xfrm>
            <a:off x="56386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9" name="CustomShape 16"/>
          <p:cNvSpPr/>
          <p:nvPr/>
        </p:nvSpPr>
        <p:spPr>
          <a:xfrm>
            <a:off x="56386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0" name="CustomShape 17"/>
          <p:cNvSpPr/>
          <p:nvPr/>
        </p:nvSpPr>
        <p:spPr>
          <a:xfrm>
            <a:off x="40539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1" name="CustomShape 18"/>
          <p:cNvSpPr/>
          <p:nvPr/>
        </p:nvSpPr>
        <p:spPr>
          <a:xfrm>
            <a:off x="75438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2" name="CustomShape 19"/>
          <p:cNvSpPr/>
          <p:nvPr/>
        </p:nvSpPr>
        <p:spPr>
          <a:xfrm>
            <a:off x="77115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3" name="CustomShape 20"/>
          <p:cNvSpPr/>
          <p:nvPr/>
        </p:nvSpPr>
        <p:spPr>
          <a:xfrm>
            <a:off x="83059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4" name="CustomShape 21"/>
          <p:cNvSpPr/>
          <p:nvPr/>
        </p:nvSpPr>
        <p:spPr>
          <a:xfrm>
            <a:off x="76960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5" name="CustomShape 22"/>
          <p:cNvSpPr/>
          <p:nvPr/>
        </p:nvSpPr>
        <p:spPr>
          <a:xfrm>
            <a:off x="75438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6" name="CustomShape 23"/>
          <p:cNvSpPr/>
          <p:nvPr/>
        </p:nvSpPr>
        <p:spPr>
          <a:xfrm>
            <a:off x="80010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7" name="CustomShape 24"/>
          <p:cNvSpPr/>
          <p:nvPr/>
        </p:nvSpPr>
        <p:spPr>
          <a:xfrm>
            <a:off x="92962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8" name="CustomShape 25"/>
          <p:cNvSpPr/>
          <p:nvPr/>
        </p:nvSpPr>
        <p:spPr>
          <a:xfrm>
            <a:off x="92962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9" name="CustomShape 26"/>
          <p:cNvSpPr/>
          <p:nvPr/>
        </p:nvSpPr>
        <p:spPr>
          <a:xfrm>
            <a:off x="77115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0" name="CustomShape 27"/>
          <p:cNvSpPr/>
          <p:nvPr/>
        </p:nvSpPr>
        <p:spPr>
          <a:xfrm>
            <a:off x="40140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Mail Box Driver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1" name="CustomShape 28"/>
          <p:cNvSpPr/>
          <p:nvPr/>
        </p:nvSpPr>
        <p:spPr>
          <a:xfrm>
            <a:off x="6858000" y="44823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2" name="CustomShape 29"/>
          <p:cNvSpPr/>
          <p:nvPr/>
        </p:nvSpPr>
        <p:spPr>
          <a:xfrm>
            <a:off x="3213360" y="4514760"/>
            <a:ext cx="82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3" name="CustomShape 30"/>
          <p:cNvSpPr/>
          <p:nvPr/>
        </p:nvSpPr>
        <p:spPr>
          <a:xfrm>
            <a:off x="1895760" y="1952280"/>
            <a:ext cx="36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4" name="CustomShape 31"/>
          <p:cNvSpPr/>
          <p:nvPr/>
        </p:nvSpPr>
        <p:spPr>
          <a:xfrm>
            <a:off x="1895760" y="2729520"/>
            <a:ext cx="360" cy="68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5" name="CustomShape 32"/>
          <p:cNvSpPr/>
          <p:nvPr/>
        </p:nvSpPr>
        <p:spPr>
          <a:xfrm>
            <a:off x="1905840" y="399168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6" name="CustomShape 33"/>
          <p:cNvSpPr/>
          <p:nvPr/>
        </p:nvSpPr>
        <p:spPr>
          <a:xfrm>
            <a:off x="1112508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M4F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7" name="CustomShape 34"/>
          <p:cNvSpPr/>
          <p:nvPr/>
        </p:nvSpPr>
        <p:spPr>
          <a:xfrm>
            <a:off x="1129284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8" name="CustomShape 35"/>
          <p:cNvSpPr/>
          <p:nvPr/>
        </p:nvSpPr>
        <p:spPr>
          <a:xfrm>
            <a:off x="1127772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9" name="CustomShape 36"/>
          <p:cNvSpPr/>
          <p:nvPr/>
        </p:nvSpPr>
        <p:spPr>
          <a:xfrm>
            <a:off x="1112508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M4FSS0-0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0" name="CustomShape 37"/>
          <p:cNvSpPr/>
          <p:nvPr/>
        </p:nvSpPr>
        <p:spPr>
          <a:xfrm>
            <a:off x="116586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1" name="CustomShape 38"/>
          <p:cNvSpPr/>
          <p:nvPr/>
        </p:nvSpPr>
        <p:spPr>
          <a:xfrm>
            <a:off x="1129284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2" name="CustomShape 39"/>
          <p:cNvSpPr/>
          <p:nvPr/>
        </p:nvSpPr>
        <p:spPr>
          <a:xfrm>
            <a:off x="10515600" y="447192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3" name="CustomShape 40"/>
          <p:cNvSpPr/>
          <p:nvPr/>
        </p:nvSpPr>
        <p:spPr>
          <a:xfrm>
            <a:off x="11875680" y="342144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4" name="CustomShape 41"/>
          <p:cNvSpPr/>
          <p:nvPr/>
        </p:nvSpPr>
        <p:spPr>
          <a:xfrm flipH="1">
            <a:off x="12978360" y="31816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5" name="CustomShape 42"/>
          <p:cNvSpPr/>
          <p:nvPr/>
        </p:nvSpPr>
        <p:spPr>
          <a:xfrm>
            <a:off x="12980520" y="39546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CustomShape 2"/>
          <p:cNvSpPr/>
          <p:nvPr/>
        </p:nvSpPr>
        <p:spPr>
          <a:xfrm>
            <a:off x="3665520" y="1056960"/>
            <a:ext cx="3199320" cy="178956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Space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7" name="CustomShape 3"/>
          <p:cNvSpPr/>
          <p:nvPr/>
        </p:nvSpPr>
        <p:spPr>
          <a:xfrm>
            <a:off x="3665520" y="3000600"/>
            <a:ext cx="3199320" cy="2661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 Space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8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EFDE5B5A-FFA9-4659-BA6F-0E25E5374080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979" name="CustomShape 9"/>
          <p:cNvSpPr/>
          <p:nvPr/>
        </p:nvSpPr>
        <p:spPr>
          <a:xfrm>
            <a:off x="3891240" y="3421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0" name="CustomShape 10"/>
          <p:cNvSpPr/>
          <p:nvPr/>
        </p:nvSpPr>
        <p:spPr>
          <a:xfrm>
            <a:off x="3891240" y="21924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 Char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1" name="CustomShape 11"/>
          <p:cNvSpPr/>
          <p:nvPr/>
        </p:nvSpPr>
        <p:spPr>
          <a:xfrm>
            <a:off x="3878280" y="14587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2" name="CustomShape 12"/>
          <p:cNvSpPr/>
          <p:nvPr/>
        </p:nvSpPr>
        <p:spPr>
          <a:xfrm>
            <a:off x="3875040" y="490212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Linux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3" name="CustomShape 13"/>
          <p:cNvSpPr/>
          <p:nvPr/>
        </p:nvSpPr>
        <p:spPr>
          <a:xfrm>
            <a:off x="366552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A53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4" name="CustomShape 27"/>
          <p:cNvSpPr/>
          <p:nvPr/>
        </p:nvSpPr>
        <p:spPr>
          <a:xfrm>
            <a:off x="383832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Mail Box Driver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5" name="CustomShape 30"/>
          <p:cNvSpPr/>
          <p:nvPr/>
        </p:nvSpPr>
        <p:spPr>
          <a:xfrm>
            <a:off x="5332680" y="1952280"/>
            <a:ext cx="36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6" name="CustomShape 31"/>
          <p:cNvSpPr/>
          <p:nvPr/>
        </p:nvSpPr>
        <p:spPr>
          <a:xfrm>
            <a:off x="5332680" y="2729520"/>
            <a:ext cx="360" cy="68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7" name="CustomShape 32"/>
          <p:cNvSpPr/>
          <p:nvPr/>
        </p:nvSpPr>
        <p:spPr>
          <a:xfrm>
            <a:off x="5342760" y="399168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8" name="CustomShape 33"/>
          <p:cNvSpPr/>
          <p:nvPr/>
        </p:nvSpPr>
        <p:spPr>
          <a:xfrm>
            <a:off x="717336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M4F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9" name="CustomShape 34"/>
          <p:cNvSpPr/>
          <p:nvPr/>
        </p:nvSpPr>
        <p:spPr>
          <a:xfrm>
            <a:off x="734112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0" name="CustomShape 35"/>
          <p:cNvSpPr/>
          <p:nvPr/>
        </p:nvSpPr>
        <p:spPr>
          <a:xfrm>
            <a:off x="732600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1" name="CustomShape 36"/>
          <p:cNvSpPr/>
          <p:nvPr/>
        </p:nvSpPr>
        <p:spPr>
          <a:xfrm>
            <a:off x="717336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M4FSS0-0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2" name="CustomShape 37"/>
          <p:cNvSpPr/>
          <p:nvPr/>
        </p:nvSpPr>
        <p:spPr>
          <a:xfrm>
            <a:off x="770688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3" name="CustomShape 38"/>
          <p:cNvSpPr/>
          <p:nvPr/>
        </p:nvSpPr>
        <p:spPr>
          <a:xfrm>
            <a:off x="734112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4" name="CustomShape 39"/>
          <p:cNvSpPr/>
          <p:nvPr/>
        </p:nvSpPr>
        <p:spPr>
          <a:xfrm>
            <a:off x="6563880" y="447192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5" name="CustomShape 40"/>
          <p:cNvSpPr/>
          <p:nvPr/>
        </p:nvSpPr>
        <p:spPr>
          <a:xfrm>
            <a:off x="7923960" y="342144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6" name="CustomShape 41"/>
          <p:cNvSpPr/>
          <p:nvPr/>
        </p:nvSpPr>
        <p:spPr>
          <a:xfrm flipH="1">
            <a:off x="9026640" y="31816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7" name="CustomShape 42"/>
          <p:cNvSpPr/>
          <p:nvPr/>
        </p:nvSpPr>
        <p:spPr>
          <a:xfrm>
            <a:off x="9028800" y="39546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CustomShape 1"/>
          <p:cNvSpPr/>
          <p:nvPr/>
        </p:nvSpPr>
        <p:spPr>
          <a:xfrm>
            <a:off x="38862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9" name="CustomShape 2"/>
          <p:cNvSpPr/>
          <p:nvPr/>
        </p:nvSpPr>
        <p:spPr>
          <a:xfrm>
            <a:off x="228600" y="1056960"/>
            <a:ext cx="3199320" cy="178956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Space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0" name="CustomShape 3"/>
          <p:cNvSpPr/>
          <p:nvPr/>
        </p:nvSpPr>
        <p:spPr>
          <a:xfrm>
            <a:off x="228600" y="3000600"/>
            <a:ext cx="3199320" cy="2661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 Space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1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4EA27DE5-AF7C-4081-948B-743EE04DD9F7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002" name="CustomShape 5"/>
          <p:cNvSpPr/>
          <p:nvPr/>
        </p:nvSpPr>
        <p:spPr>
          <a:xfrm>
            <a:off x="40539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3" name="CustomShape 6"/>
          <p:cNvSpPr/>
          <p:nvPr/>
        </p:nvSpPr>
        <p:spPr>
          <a:xfrm>
            <a:off x="46483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4" name="CustomShape 7"/>
          <p:cNvSpPr/>
          <p:nvPr/>
        </p:nvSpPr>
        <p:spPr>
          <a:xfrm>
            <a:off x="40384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5" name="CustomShape 8"/>
          <p:cNvSpPr/>
          <p:nvPr/>
        </p:nvSpPr>
        <p:spPr>
          <a:xfrm>
            <a:off x="38862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MCU-R5FSS0-0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6" name="CustomShape 9"/>
          <p:cNvSpPr/>
          <p:nvPr/>
        </p:nvSpPr>
        <p:spPr>
          <a:xfrm>
            <a:off x="454320" y="3421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7" name="CustomShape 10"/>
          <p:cNvSpPr/>
          <p:nvPr/>
        </p:nvSpPr>
        <p:spPr>
          <a:xfrm>
            <a:off x="454320" y="21924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 Char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8" name="CustomShape 11"/>
          <p:cNvSpPr/>
          <p:nvPr/>
        </p:nvSpPr>
        <p:spPr>
          <a:xfrm>
            <a:off x="441360" y="14587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9" name="CustomShape 12"/>
          <p:cNvSpPr/>
          <p:nvPr/>
        </p:nvSpPr>
        <p:spPr>
          <a:xfrm>
            <a:off x="438120" y="490212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Linux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0" name="CustomShape 13"/>
          <p:cNvSpPr/>
          <p:nvPr/>
        </p:nvSpPr>
        <p:spPr>
          <a:xfrm>
            <a:off x="2286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A53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1" name="CustomShape 14"/>
          <p:cNvSpPr/>
          <p:nvPr/>
        </p:nvSpPr>
        <p:spPr>
          <a:xfrm>
            <a:off x="43434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2" name="CustomShape 15"/>
          <p:cNvSpPr/>
          <p:nvPr/>
        </p:nvSpPr>
        <p:spPr>
          <a:xfrm>
            <a:off x="56386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3" name="CustomShape 16"/>
          <p:cNvSpPr/>
          <p:nvPr/>
        </p:nvSpPr>
        <p:spPr>
          <a:xfrm>
            <a:off x="56386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4" name="CustomShape 17"/>
          <p:cNvSpPr/>
          <p:nvPr/>
        </p:nvSpPr>
        <p:spPr>
          <a:xfrm>
            <a:off x="40539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5" name="CustomShape 18"/>
          <p:cNvSpPr/>
          <p:nvPr/>
        </p:nvSpPr>
        <p:spPr>
          <a:xfrm>
            <a:off x="75438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6" name="CustomShape 19"/>
          <p:cNvSpPr/>
          <p:nvPr/>
        </p:nvSpPr>
        <p:spPr>
          <a:xfrm>
            <a:off x="77115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7" name="CustomShape 20"/>
          <p:cNvSpPr/>
          <p:nvPr/>
        </p:nvSpPr>
        <p:spPr>
          <a:xfrm>
            <a:off x="83059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8" name="CustomShape 21"/>
          <p:cNvSpPr/>
          <p:nvPr/>
        </p:nvSpPr>
        <p:spPr>
          <a:xfrm>
            <a:off x="76960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9" name="CustomShape 22"/>
          <p:cNvSpPr/>
          <p:nvPr/>
        </p:nvSpPr>
        <p:spPr>
          <a:xfrm>
            <a:off x="75438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WKUP-R5FSS0-0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0" name="CustomShape 23"/>
          <p:cNvSpPr/>
          <p:nvPr/>
        </p:nvSpPr>
        <p:spPr>
          <a:xfrm>
            <a:off x="80010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1" name="CustomShape 24"/>
          <p:cNvSpPr/>
          <p:nvPr/>
        </p:nvSpPr>
        <p:spPr>
          <a:xfrm>
            <a:off x="92962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2" name="CustomShape 25"/>
          <p:cNvSpPr/>
          <p:nvPr/>
        </p:nvSpPr>
        <p:spPr>
          <a:xfrm>
            <a:off x="92962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3" name="CustomShape 26"/>
          <p:cNvSpPr/>
          <p:nvPr/>
        </p:nvSpPr>
        <p:spPr>
          <a:xfrm>
            <a:off x="77115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4" name="CustomShape 27"/>
          <p:cNvSpPr/>
          <p:nvPr/>
        </p:nvSpPr>
        <p:spPr>
          <a:xfrm>
            <a:off x="40140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Mail Box Driver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5" name="CustomShape 28"/>
          <p:cNvSpPr/>
          <p:nvPr/>
        </p:nvSpPr>
        <p:spPr>
          <a:xfrm>
            <a:off x="6858000" y="44823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6" name="CustomShape 29"/>
          <p:cNvSpPr/>
          <p:nvPr/>
        </p:nvSpPr>
        <p:spPr>
          <a:xfrm>
            <a:off x="3213360" y="4514760"/>
            <a:ext cx="82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7" name="CustomShape 30"/>
          <p:cNvSpPr/>
          <p:nvPr/>
        </p:nvSpPr>
        <p:spPr>
          <a:xfrm>
            <a:off x="1895760" y="1952280"/>
            <a:ext cx="36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8" name="CustomShape 31"/>
          <p:cNvSpPr/>
          <p:nvPr/>
        </p:nvSpPr>
        <p:spPr>
          <a:xfrm>
            <a:off x="1895760" y="2729520"/>
            <a:ext cx="360" cy="68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9" name="CustomShape 32"/>
          <p:cNvSpPr/>
          <p:nvPr/>
        </p:nvSpPr>
        <p:spPr>
          <a:xfrm>
            <a:off x="1905840" y="399168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0" name="CustomShape 33"/>
          <p:cNvSpPr/>
          <p:nvPr/>
        </p:nvSpPr>
        <p:spPr>
          <a:xfrm>
            <a:off x="1112508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M4F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1" name="CustomShape 34"/>
          <p:cNvSpPr/>
          <p:nvPr/>
        </p:nvSpPr>
        <p:spPr>
          <a:xfrm>
            <a:off x="1129284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2" name="CustomShape 35"/>
          <p:cNvSpPr/>
          <p:nvPr/>
        </p:nvSpPr>
        <p:spPr>
          <a:xfrm>
            <a:off x="1127772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3" name="CustomShape 36"/>
          <p:cNvSpPr/>
          <p:nvPr/>
        </p:nvSpPr>
        <p:spPr>
          <a:xfrm>
            <a:off x="1112508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C75SS0-0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4" name="CustomShape 37"/>
          <p:cNvSpPr/>
          <p:nvPr/>
        </p:nvSpPr>
        <p:spPr>
          <a:xfrm>
            <a:off x="116586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5" name="CustomShape 38"/>
          <p:cNvSpPr/>
          <p:nvPr/>
        </p:nvSpPr>
        <p:spPr>
          <a:xfrm>
            <a:off x="1129284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6" name="CustomShape 39"/>
          <p:cNvSpPr/>
          <p:nvPr/>
        </p:nvSpPr>
        <p:spPr>
          <a:xfrm>
            <a:off x="10515600" y="447192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7" name="CustomShape 40"/>
          <p:cNvSpPr/>
          <p:nvPr/>
        </p:nvSpPr>
        <p:spPr>
          <a:xfrm>
            <a:off x="11875680" y="342144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8" name="CustomShape 41"/>
          <p:cNvSpPr/>
          <p:nvPr/>
        </p:nvSpPr>
        <p:spPr>
          <a:xfrm flipH="1">
            <a:off x="12978360" y="31816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9" name="CustomShape 42"/>
          <p:cNvSpPr/>
          <p:nvPr/>
        </p:nvSpPr>
        <p:spPr>
          <a:xfrm>
            <a:off x="12980520" y="39546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CustomShape 1"/>
          <p:cNvSpPr/>
          <p:nvPr/>
        </p:nvSpPr>
        <p:spPr>
          <a:xfrm>
            <a:off x="544176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1" name="CustomShape 2"/>
          <p:cNvSpPr/>
          <p:nvPr/>
        </p:nvSpPr>
        <p:spPr>
          <a:xfrm>
            <a:off x="1784160" y="1056960"/>
            <a:ext cx="3199320" cy="178956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Space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2" name="CustomShape 3"/>
          <p:cNvSpPr/>
          <p:nvPr/>
        </p:nvSpPr>
        <p:spPr>
          <a:xfrm>
            <a:off x="1784160" y="3000600"/>
            <a:ext cx="3199320" cy="2661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 Space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3" name="CustomShape 4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18AC50B-C8E4-49C8-B60A-58564194A431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044" name="CustomShape 5"/>
          <p:cNvSpPr/>
          <p:nvPr/>
        </p:nvSpPr>
        <p:spPr>
          <a:xfrm>
            <a:off x="560952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5" name="CustomShape 6"/>
          <p:cNvSpPr/>
          <p:nvPr/>
        </p:nvSpPr>
        <p:spPr>
          <a:xfrm>
            <a:off x="620388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6" name="CustomShape 7"/>
          <p:cNvSpPr/>
          <p:nvPr/>
        </p:nvSpPr>
        <p:spPr>
          <a:xfrm>
            <a:off x="559404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7" name="CustomShape 8"/>
          <p:cNvSpPr/>
          <p:nvPr/>
        </p:nvSpPr>
        <p:spPr>
          <a:xfrm>
            <a:off x="544176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MCU-R5FSS0-0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8" name="CustomShape 9"/>
          <p:cNvSpPr/>
          <p:nvPr/>
        </p:nvSpPr>
        <p:spPr>
          <a:xfrm>
            <a:off x="2009880" y="3421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9" name="CustomShape 10"/>
          <p:cNvSpPr/>
          <p:nvPr/>
        </p:nvSpPr>
        <p:spPr>
          <a:xfrm>
            <a:off x="2009880" y="21924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 Message Char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0" name="CustomShape 11"/>
          <p:cNvSpPr/>
          <p:nvPr/>
        </p:nvSpPr>
        <p:spPr>
          <a:xfrm>
            <a:off x="1996920" y="14587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1" name="CustomShape 12"/>
          <p:cNvSpPr/>
          <p:nvPr/>
        </p:nvSpPr>
        <p:spPr>
          <a:xfrm>
            <a:off x="1993680" y="490212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Linux Kernel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2" name="CustomShape 13"/>
          <p:cNvSpPr/>
          <p:nvPr/>
        </p:nvSpPr>
        <p:spPr>
          <a:xfrm>
            <a:off x="178416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A53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3" name="CustomShape 14"/>
          <p:cNvSpPr/>
          <p:nvPr/>
        </p:nvSpPr>
        <p:spPr>
          <a:xfrm>
            <a:off x="589896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4" name="CustomShape 15"/>
          <p:cNvSpPr/>
          <p:nvPr/>
        </p:nvSpPr>
        <p:spPr>
          <a:xfrm>
            <a:off x="719424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5" name="CustomShape 16"/>
          <p:cNvSpPr/>
          <p:nvPr/>
        </p:nvSpPr>
        <p:spPr>
          <a:xfrm>
            <a:off x="719424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6" name="CustomShape 17"/>
          <p:cNvSpPr/>
          <p:nvPr/>
        </p:nvSpPr>
        <p:spPr>
          <a:xfrm>
            <a:off x="560952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7" name="CustomShape 18"/>
          <p:cNvSpPr/>
          <p:nvPr/>
        </p:nvSpPr>
        <p:spPr>
          <a:xfrm>
            <a:off x="909936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8" name="CustomShape 19"/>
          <p:cNvSpPr/>
          <p:nvPr/>
        </p:nvSpPr>
        <p:spPr>
          <a:xfrm>
            <a:off x="926712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9" name="CustomShape 20"/>
          <p:cNvSpPr/>
          <p:nvPr/>
        </p:nvSpPr>
        <p:spPr>
          <a:xfrm>
            <a:off x="986148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0" name="CustomShape 21"/>
          <p:cNvSpPr/>
          <p:nvPr/>
        </p:nvSpPr>
        <p:spPr>
          <a:xfrm>
            <a:off x="925164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1" name="CustomShape 22"/>
          <p:cNvSpPr/>
          <p:nvPr/>
        </p:nvSpPr>
        <p:spPr>
          <a:xfrm>
            <a:off x="909936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WKUP-R5FSS0-0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2" name="CustomShape 23"/>
          <p:cNvSpPr/>
          <p:nvPr/>
        </p:nvSpPr>
        <p:spPr>
          <a:xfrm>
            <a:off x="955656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3" name="CustomShape 24"/>
          <p:cNvSpPr/>
          <p:nvPr/>
        </p:nvSpPr>
        <p:spPr>
          <a:xfrm>
            <a:off x="1085184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4" name="CustomShape 25"/>
          <p:cNvSpPr/>
          <p:nvPr/>
        </p:nvSpPr>
        <p:spPr>
          <a:xfrm>
            <a:off x="1085184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5" name="CustomShape 26"/>
          <p:cNvSpPr/>
          <p:nvPr/>
        </p:nvSpPr>
        <p:spPr>
          <a:xfrm>
            <a:off x="926712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6" name="CustomShape 27"/>
          <p:cNvSpPr/>
          <p:nvPr/>
        </p:nvSpPr>
        <p:spPr>
          <a:xfrm>
            <a:off x="19569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Mail Box Driver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7" name="CustomShape 28"/>
          <p:cNvSpPr/>
          <p:nvPr/>
        </p:nvSpPr>
        <p:spPr>
          <a:xfrm>
            <a:off x="8413560" y="44823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8" name="CustomShape 29"/>
          <p:cNvSpPr/>
          <p:nvPr/>
        </p:nvSpPr>
        <p:spPr>
          <a:xfrm>
            <a:off x="4768920" y="4514760"/>
            <a:ext cx="82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9" name="CustomShape 30"/>
          <p:cNvSpPr/>
          <p:nvPr/>
        </p:nvSpPr>
        <p:spPr>
          <a:xfrm>
            <a:off x="3451320" y="1952280"/>
            <a:ext cx="36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0" name="CustomShape 31"/>
          <p:cNvSpPr/>
          <p:nvPr/>
        </p:nvSpPr>
        <p:spPr>
          <a:xfrm>
            <a:off x="3451320" y="2729520"/>
            <a:ext cx="360" cy="68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1" name="CustomShape 32"/>
          <p:cNvSpPr/>
          <p:nvPr/>
        </p:nvSpPr>
        <p:spPr>
          <a:xfrm>
            <a:off x="3461400" y="399168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CustomShape 1"/>
          <p:cNvSpPr/>
          <p:nvPr/>
        </p:nvSpPr>
        <p:spPr>
          <a:xfrm>
            <a:off x="2286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3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D90D375F-BCCE-46C9-9F5B-E3B871EB4889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074" name="CustomShape 3"/>
          <p:cNvSpPr/>
          <p:nvPr/>
        </p:nvSpPr>
        <p:spPr>
          <a:xfrm>
            <a:off x="3963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5" name="CustomShape 4"/>
          <p:cNvSpPr/>
          <p:nvPr/>
        </p:nvSpPr>
        <p:spPr>
          <a:xfrm>
            <a:off x="9907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6" name="CustomShape 5"/>
          <p:cNvSpPr/>
          <p:nvPr/>
        </p:nvSpPr>
        <p:spPr>
          <a:xfrm>
            <a:off x="3808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7" name="CustomShape 6"/>
          <p:cNvSpPr/>
          <p:nvPr/>
        </p:nvSpPr>
        <p:spPr>
          <a:xfrm>
            <a:off x="2286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8" name="CustomShape 7"/>
          <p:cNvSpPr/>
          <p:nvPr/>
        </p:nvSpPr>
        <p:spPr>
          <a:xfrm>
            <a:off x="6858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9" name="CustomShape 8"/>
          <p:cNvSpPr/>
          <p:nvPr/>
        </p:nvSpPr>
        <p:spPr>
          <a:xfrm>
            <a:off x="19810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0" name="CustomShape 9"/>
          <p:cNvSpPr/>
          <p:nvPr/>
        </p:nvSpPr>
        <p:spPr>
          <a:xfrm>
            <a:off x="19810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1" name="CustomShape 10"/>
          <p:cNvSpPr/>
          <p:nvPr/>
        </p:nvSpPr>
        <p:spPr>
          <a:xfrm>
            <a:off x="3963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2" name="CustomShape 11"/>
          <p:cNvSpPr/>
          <p:nvPr/>
        </p:nvSpPr>
        <p:spPr>
          <a:xfrm>
            <a:off x="38862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3" name="CustomShape 12"/>
          <p:cNvSpPr/>
          <p:nvPr/>
        </p:nvSpPr>
        <p:spPr>
          <a:xfrm>
            <a:off x="40539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4" name="CustomShape 13"/>
          <p:cNvSpPr/>
          <p:nvPr/>
        </p:nvSpPr>
        <p:spPr>
          <a:xfrm>
            <a:off x="4648320" y="33775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5" name="CustomShape 14"/>
          <p:cNvSpPr/>
          <p:nvPr/>
        </p:nvSpPr>
        <p:spPr>
          <a:xfrm>
            <a:off x="40384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6" name="CustomShape 15"/>
          <p:cNvSpPr/>
          <p:nvPr/>
        </p:nvSpPr>
        <p:spPr>
          <a:xfrm>
            <a:off x="38862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7" name="CustomShape 16"/>
          <p:cNvSpPr/>
          <p:nvPr/>
        </p:nvSpPr>
        <p:spPr>
          <a:xfrm>
            <a:off x="434340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8" name="CustomShape 17"/>
          <p:cNvSpPr/>
          <p:nvPr/>
        </p:nvSpPr>
        <p:spPr>
          <a:xfrm>
            <a:off x="5638680" y="31489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9" name="CustomShape 18"/>
          <p:cNvSpPr/>
          <p:nvPr/>
        </p:nvSpPr>
        <p:spPr>
          <a:xfrm>
            <a:off x="5638680" y="391104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0" name="CustomShape 19"/>
          <p:cNvSpPr/>
          <p:nvPr/>
        </p:nvSpPr>
        <p:spPr>
          <a:xfrm>
            <a:off x="40539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1" name="CustomShape 20"/>
          <p:cNvSpPr/>
          <p:nvPr/>
        </p:nvSpPr>
        <p:spPr>
          <a:xfrm>
            <a:off x="3200400" y="44823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2" name="CustomShape 21"/>
          <p:cNvSpPr/>
          <p:nvPr/>
        </p:nvSpPr>
        <p:spPr>
          <a:xfrm>
            <a:off x="75438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3" name="CustomShape 22"/>
          <p:cNvSpPr/>
          <p:nvPr/>
        </p:nvSpPr>
        <p:spPr>
          <a:xfrm>
            <a:off x="77115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4" name="CustomShape 23"/>
          <p:cNvSpPr/>
          <p:nvPr/>
        </p:nvSpPr>
        <p:spPr>
          <a:xfrm>
            <a:off x="76960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5" name="CustomShape 24"/>
          <p:cNvSpPr/>
          <p:nvPr/>
        </p:nvSpPr>
        <p:spPr>
          <a:xfrm>
            <a:off x="75438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R5FSS1-0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6" name="CustomShape 25"/>
          <p:cNvSpPr/>
          <p:nvPr/>
        </p:nvSpPr>
        <p:spPr>
          <a:xfrm>
            <a:off x="807732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7" name="CustomShape 26"/>
          <p:cNvSpPr/>
          <p:nvPr/>
        </p:nvSpPr>
        <p:spPr>
          <a:xfrm>
            <a:off x="77115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8" name="CustomShape 27"/>
          <p:cNvSpPr/>
          <p:nvPr/>
        </p:nvSpPr>
        <p:spPr>
          <a:xfrm>
            <a:off x="6858000" y="447192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9" name="CustomShape 28"/>
          <p:cNvSpPr/>
          <p:nvPr/>
        </p:nvSpPr>
        <p:spPr>
          <a:xfrm>
            <a:off x="8294040" y="342144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0" name="CustomShape 29"/>
          <p:cNvSpPr/>
          <p:nvPr/>
        </p:nvSpPr>
        <p:spPr>
          <a:xfrm flipH="1">
            <a:off x="9397080" y="31816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1" name="CustomShape 30"/>
          <p:cNvSpPr/>
          <p:nvPr/>
        </p:nvSpPr>
        <p:spPr>
          <a:xfrm>
            <a:off x="9399240" y="39546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2" name="CustomShape 31"/>
          <p:cNvSpPr/>
          <p:nvPr/>
        </p:nvSpPr>
        <p:spPr>
          <a:xfrm>
            <a:off x="11201400" y="211824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3" name="CustomShape 32"/>
          <p:cNvSpPr/>
          <p:nvPr/>
        </p:nvSpPr>
        <p:spPr>
          <a:xfrm>
            <a:off x="11369160" y="421560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4" name="CustomShape 33"/>
          <p:cNvSpPr/>
          <p:nvPr/>
        </p:nvSpPr>
        <p:spPr>
          <a:xfrm>
            <a:off x="11353680" y="490176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5" name="CustomShape 34"/>
          <p:cNvSpPr/>
          <p:nvPr/>
        </p:nvSpPr>
        <p:spPr>
          <a:xfrm>
            <a:off x="11201400" y="579132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R5FSS1-1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6" name="CustomShape 35"/>
          <p:cNvSpPr/>
          <p:nvPr/>
        </p:nvSpPr>
        <p:spPr>
          <a:xfrm>
            <a:off x="11734920" y="31489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7" name="CustomShape 36"/>
          <p:cNvSpPr/>
          <p:nvPr/>
        </p:nvSpPr>
        <p:spPr>
          <a:xfrm>
            <a:off x="11369160" y="264852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8" name="CustomShape 37"/>
          <p:cNvSpPr/>
          <p:nvPr/>
        </p:nvSpPr>
        <p:spPr>
          <a:xfrm>
            <a:off x="10515600" y="44823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9" name="CustomShape 38"/>
          <p:cNvSpPr/>
          <p:nvPr/>
        </p:nvSpPr>
        <p:spPr>
          <a:xfrm>
            <a:off x="11951640" y="342144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0" name="CustomShape 39"/>
          <p:cNvSpPr/>
          <p:nvPr/>
        </p:nvSpPr>
        <p:spPr>
          <a:xfrm flipH="1">
            <a:off x="13054680" y="31816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1" name="CustomShape 40"/>
          <p:cNvSpPr/>
          <p:nvPr/>
        </p:nvSpPr>
        <p:spPr>
          <a:xfrm>
            <a:off x="13056840" y="39546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CustomShape 2"/>
          <p:cNvSpPr/>
          <p:nvPr/>
        </p:nvSpPr>
        <p:spPr>
          <a:xfrm>
            <a:off x="5952240" y="7777080"/>
            <a:ext cx="3630960" cy="268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CBEFC853-0F1E-4C3F-9A90-6BC1345A01D9}" type="slidenum"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000" spc="-1" strike="noStrike">
              <a:latin typeface="Arial"/>
            </a:endParaRPr>
          </a:p>
        </p:txBody>
      </p:sp>
      <p:sp>
        <p:nvSpPr>
          <p:cNvPr id="1113" name="CustomShape 1"/>
          <p:cNvSpPr/>
          <p:nvPr/>
        </p:nvSpPr>
        <p:spPr>
          <a:xfrm>
            <a:off x="22860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4" name="CustomShape 3"/>
          <p:cNvSpPr/>
          <p:nvPr/>
        </p:nvSpPr>
        <p:spPr>
          <a:xfrm>
            <a:off x="33948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5" name="CustomShape 4"/>
          <p:cNvSpPr/>
          <p:nvPr/>
        </p:nvSpPr>
        <p:spPr>
          <a:xfrm>
            <a:off x="731520" y="309600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6" name="CustomShape 5"/>
          <p:cNvSpPr/>
          <p:nvPr/>
        </p:nvSpPr>
        <p:spPr>
          <a:xfrm>
            <a:off x="32904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7" name="CustomShape 6"/>
          <p:cNvSpPr/>
          <p:nvPr/>
        </p:nvSpPr>
        <p:spPr>
          <a:xfrm>
            <a:off x="22860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R5FSS0-0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8" name="CustomShape 7"/>
          <p:cNvSpPr/>
          <p:nvPr/>
        </p:nvSpPr>
        <p:spPr>
          <a:xfrm>
            <a:off x="53028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9" name="CustomShape 8"/>
          <p:cNvSpPr/>
          <p:nvPr/>
        </p:nvSpPr>
        <p:spPr>
          <a:xfrm>
            <a:off x="1385280" y="2920680"/>
            <a:ext cx="360" cy="203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0" name="CustomShape 9"/>
          <p:cNvSpPr/>
          <p:nvPr/>
        </p:nvSpPr>
        <p:spPr>
          <a:xfrm>
            <a:off x="1385280" y="3504240"/>
            <a:ext cx="360" cy="232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1" name="CustomShape 10"/>
          <p:cNvSpPr/>
          <p:nvPr/>
        </p:nvSpPr>
        <p:spPr>
          <a:xfrm>
            <a:off x="33948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2" name="CustomShape 11"/>
          <p:cNvSpPr/>
          <p:nvPr/>
        </p:nvSpPr>
        <p:spPr>
          <a:xfrm>
            <a:off x="264276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3" name="CustomShape 12"/>
          <p:cNvSpPr/>
          <p:nvPr/>
        </p:nvSpPr>
        <p:spPr>
          <a:xfrm>
            <a:off x="275364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4" name="CustomShape 13"/>
          <p:cNvSpPr/>
          <p:nvPr/>
        </p:nvSpPr>
        <p:spPr>
          <a:xfrm>
            <a:off x="3146040" y="309600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5" name="CustomShape 14"/>
          <p:cNvSpPr/>
          <p:nvPr/>
        </p:nvSpPr>
        <p:spPr>
          <a:xfrm>
            <a:off x="274356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6" name="CustomShape 15"/>
          <p:cNvSpPr/>
          <p:nvPr/>
        </p:nvSpPr>
        <p:spPr>
          <a:xfrm>
            <a:off x="264276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R5FSS0-1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7" name="CustomShape 16"/>
          <p:cNvSpPr/>
          <p:nvPr/>
        </p:nvSpPr>
        <p:spPr>
          <a:xfrm>
            <a:off x="294480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8" name="CustomShape 17"/>
          <p:cNvSpPr/>
          <p:nvPr/>
        </p:nvSpPr>
        <p:spPr>
          <a:xfrm>
            <a:off x="3799800" y="2920680"/>
            <a:ext cx="360" cy="203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9" name="CustomShape 18"/>
          <p:cNvSpPr/>
          <p:nvPr/>
        </p:nvSpPr>
        <p:spPr>
          <a:xfrm>
            <a:off x="3799800" y="3504240"/>
            <a:ext cx="360" cy="232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0" name="CustomShape 19"/>
          <p:cNvSpPr/>
          <p:nvPr/>
        </p:nvSpPr>
        <p:spPr>
          <a:xfrm>
            <a:off x="275364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1" name="CustomShape 20"/>
          <p:cNvSpPr/>
          <p:nvPr/>
        </p:nvSpPr>
        <p:spPr>
          <a:xfrm>
            <a:off x="2190240" y="394164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2" name="CustomShape 21"/>
          <p:cNvSpPr/>
          <p:nvPr/>
        </p:nvSpPr>
        <p:spPr>
          <a:xfrm>
            <a:off x="505728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3" name="CustomShape 22"/>
          <p:cNvSpPr/>
          <p:nvPr/>
        </p:nvSpPr>
        <p:spPr>
          <a:xfrm>
            <a:off x="516780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4" name="CustomShape 23"/>
          <p:cNvSpPr/>
          <p:nvPr/>
        </p:nvSpPr>
        <p:spPr>
          <a:xfrm>
            <a:off x="515772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5" name="CustomShape 24"/>
          <p:cNvSpPr/>
          <p:nvPr/>
        </p:nvSpPr>
        <p:spPr>
          <a:xfrm>
            <a:off x="505728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R5FSS1-0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6" name="CustomShape 25"/>
          <p:cNvSpPr/>
          <p:nvPr/>
        </p:nvSpPr>
        <p:spPr>
          <a:xfrm>
            <a:off x="540936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7" name="CustomShape 26"/>
          <p:cNvSpPr/>
          <p:nvPr/>
        </p:nvSpPr>
        <p:spPr>
          <a:xfrm>
            <a:off x="516780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8" name="CustomShape 27"/>
          <p:cNvSpPr/>
          <p:nvPr/>
        </p:nvSpPr>
        <p:spPr>
          <a:xfrm>
            <a:off x="4604400" y="393336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9" name="CustomShape 28"/>
          <p:cNvSpPr/>
          <p:nvPr/>
        </p:nvSpPr>
        <p:spPr>
          <a:xfrm>
            <a:off x="5552280" y="312948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0" name="CustomShape 29"/>
          <p:cNvSpPr/>
          <p:nvPr/>
        </p:nvSpPr>
        <p:spPr>
          <a:xfrm flipH="1">
            <a:off x="6280200" y="2945880"/>
            <a:ext cx="360" cy="18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1" name="CustomShape 30"/>
          <p:cNvSpPr/>
          <p:nvPr/>
        </p:nvSpPr>
        <p:spPr>
          <a:xfrm>
            <a:off x="6282000" y="3537720"/>
            <a:ext cx="360" cy="19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2" name="CustomShape 31"/>
          <p:cNvSpPr/>
          <p:nvPr/>
        </p:nvSpPr>
        <p:spPr>
          <a:xfrm>
            <a:off x="747144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3" name="CustomShape 32"/>
          <p:cNvSpPr/>
          <p:nvPr/>
        </p:nvSpPr>
        <p:spPr>
          <a:xfrm>
            <a:off x="758232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4" name="CustomShape 33"/>
          <p:cNvSpPr/>
          <p:nvPr/>
        </p:nvSpPr>
        <p:spPr>
          <a:xfrm>
            <a:off x="757188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5" name="CustomShape 34"/>
          <p:cNvSpPr/>
          <p:nvPr/>
        </p:nvSpPr>
        <p:spPr>
          <a:xfrm>
            <a:off x="747144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R5FSS1-1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6" name="CustomShape 35"/>
          <p:cNvSpPr/>
          <p:nvPr/>
        </p:nvSpPr>
        <p:spPr>
          <a:xfrm>
            <a:off x="782352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7" name="CustomShape 36"/>
          <p:cNvSpPr/>
          <p:nvPr/>
        </p:nvSpPr>
        <p:spPr>
          <a:xfrm>
            <a:off x="758232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8" name="CustomShape 37"/>
          <p:cNvSpPr/>
          <p:nvPr/>
        </p:nvSpPr>
        <p:spPr>
          <a:xfrm>
            <a:off x="7018560" y="394164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9" name="CustomShape 38"/>
          <p:cNvSpPr/>
          <p:nvPr/>
        </p:nvSpPr>
        <p:spPr>
          <a:xfrm>
            <a:off x="7966800" y="312948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0" name="CustomShape 39"/>
          <p:cNvSpPr/>
          <p:nvPr/>
        </p:nvSpPr>
        <p:spPr>
          <a:xfrm flipH="1">
            <a:off x="8694360" y="2945880"/>
            <a:ext cx="360" cy="18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1" name="CustomShape 40"/>
          <p:cNvSpPr/>
          <p:nvPr/>
        </p:nvSpPr>
        <p:spPr>
          <a:xfrm>
            <a:off x="8696160" y="3537720"/>
            <a:ext cx="360" cy="19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2" name="CustomShape 21"/>
          <p:cNvSpPr/>
          <p:nvPr/>
        </p:nvSpPr>
        <p:spPr>
          <a:xfrm>
            <a:off x="987552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C75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3" name="CustomShape 22"/>
          <p:cNvSpPr/>
          <p:nvPr/>
        </p:nvSpPr>
        <p:spPr>
          <a:xfrm>
            <a:off x="998640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4" name="CustomShape 23"/>
          <p:cNvSpPr/>
          <p:nvPr/>
        </p:nvSpPr>
        <p:spPr>
          <a:xfrm>
            <a:off x="997596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5" name="CustomShape 24"/>
          <p:cNvSpPr/>
          <p:nvPr/>
        </p:nvSpPr>
        <p:spPr>
          <a:xfrm>
            <a:off x="987552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C75SS0-0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6" name="CustomShape 25"/>
          <p:cNvSpPr/>
          <p:nvPr/>
        </p:nvSpPr>
        <p:spPr>
          <a:xfrm>
            <a:off x="1022760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7" name="CustomShape 26"/>
          <p:cNvSpPr/>
          <p:nvPr/>
        </p:nvSpPr>
        <p:spPr>
          <a:xfrm>
            <a:off x="998640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8" name="CustomShape 28"/>
          <p:cNvSpPr/>
          <p:nvPr/>
        </p:nvSpPr>
        <p:spPr>
          <a:xfrm>
            <a:off x="10370880" y="312948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9" name="CustomShape 29"/>
          <p:cNvSpPr/>
          <p:nvPr/>
        </p:nvSpPr>
        <p:spPr>
          <a:xfrm flipH="1">
            <a:off x="11098440" y="2945880"/>
            <a:ext cx="360" cy="18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0" name="CustomShape 30"/>
          <p:cNvSpPr/>
          <p:nvPr/>
        </p:nvSpPr>
        <p:spPr>
          <a:xfrm>
            <a:off x="11100240" y="3537720"/>
            <a:ext cx="360" cy="19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1" name="CustomShape 31"/>
          <p:cNvSpPr/>
          <p:nvPr/>
        </p:nvSpPr>
        <p:spPr>
          <a:xfrm>
            <a:off x="12289680" y="2131920"/>
            <a:ext cx="2111760" cy="27126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C75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2" name="CustomShape 32"/>
          <p:cNvSpPr/>
          <p:nvPr/>
        </p:nvSpPr>
        <p:spPr>
          <a:xfrm>
            <a:off x="12400560" y="3737160"/>
            <a:ext cx="186012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3" name="CustomShape 33"/>
          <p:cNvSpPr/>
          <p:nvPr/>
        </p:nvSpPr>
        <p:spPr>
          <a:xfrm>
            <a:off x="12390480" y="4262400"/>
            <a:ext cx="1862280" cy="407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4" name="CustomShape 34"/>
          <p:cNvSpPr/>
          <p:nvPr/>
        </p:nvSpPr>
        <p:spPr>
          <a:xfrm>
            <a:off x="12289680" y="4943520"/>
            <a:ext cx="2111760" cy="40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C75SS1-0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5" name="CustomShape 35"/>
          <p:cNvSpPr/>
          <p:nvPr/>
        </p:nvSpPr>
        <p:spPr>
          <a:xfrm>
            <a:off x="12642120" y="2920680"/>
            <a:ext cx="360" cy="81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6" name="CustomShape 36"/>
          <p:cNvSpPr/>
          <p:nvPr/>
        </p:nvSpPr>
        <p:spPr>
          <a:xfrm>
            <a:off x="12400560" y="2538000"/>
            <a:ext cx="1860120" cy="407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7" name="CustomShape 37"/>
          <p:cNvSpPr/>
          <p:nvPr/>
        </p:nvSpPr>
        <p:spPr>
          <a:xfrm>
            <a:off x="11837160" y="394164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8" name="CustomShape 38"/>
          <p:cNvSpPr/>
          <p:nvPr/>
        </p:nvSpPr>
        <p:spPr>
          <a:xfrm>
            <a:off x="12785040" y="3129480"/>
            <a:ext cx="1457640" cy="40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9" name="CustomShape 39"/>
          <p:cNvSpPr/>
          <p:nvPr/>
        </p:nvSpPr>
        <p:spPr>
          <a:xfrm flipH="1">
            <a:off x="13512960" y="2945880"/>
            <a:ext cx="360" cy="18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0" name="CustomShape 40"/>
          <p:cNvSpPr/>
          <p:nvPr/>
        </p:nvSpPr>
        <p:spPr>
          <a:xfrm>
            <a:off x="13514400" y="3537720"/>
            <a:ext cx="360" cy="19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1" name="CustomShape 37"/>
          <p:cNvSpPr/>
          <p:nvPr/>
        </p:nvSpPr>
        <p:spPr>
          <a:xfrm>
            <a:off x="9420480" y="39409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CustomShape 1"/>
          <p:cNvSpPr/>
          <p:nvPr/>
        </p:nvSpPr>
        <p:spPr>
          <a:xfrm>
            <a:off x="1706760" y="198108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3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7AC16D25-D029-45CC-A929-CC00E4560419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174" name="CustomShape 3"/>
          <p:cNvSpPr/>
          <p:nvPr/>
        </p:nvSpPr>
        <p:spPr>
          <a:xfrm>
            <a:off x="1874520" y="4078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5" name="CustomShape 4"/>
          <p:cNvSpPr/>
          <p:nvPr/>
        </p:nvSpPr>
        <p:spPr>
          <a:xfrm>
            <a:off x="2468880" y="32407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6" name="CustomShape 5"/>
          <p:cNvSpPr/>
          <p:nvPr/>
        </p:nvSpPr>
        <p:spPr>
          <a:xfrm>
            <a:off x="1859400" y="476460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7" name="CustomShape 6"/>
          <p:cNvSpPr/>
          <p:nvPr/>
        </p:nvSpPr>
        <p:spPr>
          <a:xfrm>
            <a:off x="1706760" y="565416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8" name="CustomShape 7"/>
          <p:cNvSpPr/>
          <p:nvPr/>
        </p:nvSpPr>
        <p:spPr>
          <a:xfrm>
            <a:off x="2163960" y="30121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9" name="CustomShape 8"/>
          <p:cNvSpPr/>
          <p:nvPr/>
        </p:nvSpPr>
        <p:spPr>
          <a:xfrm>
            <a:off x="3459600" y="30121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0" name="CustomShape 9"/>
          <p:cNvSpPr/>
          <p:nvPr/>
        </p:nvSpPr>
        <p:spPr>
          <a:xfrm>
            <a:off x="3459600" y="377388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1" name="CustomShape 10"/>
          <p:cNvSpPr/>
          <p:nvPr/>
        </p:nvSpPr>
        <p:spPr>
          <a:xfrm>
            <a:off x="1874520" y="251136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2" name="CustomShape 11"/>
          <p:cNvSpPr/>
          <p:nvPr/>
        </p:nvSpPr>
        <p:spPr>
          <a:xfrm>
            <a:off x="5364360" y="198108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R5F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3" name="CustomShape 12"/>
          <p:cNvSpPr/>
          <p:nvPr/>
        </p:nvSpPr>
        <p:spPr>
          <a:xfrm>
            <a:off x="5532120" y="4078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4" name="CustomShape 13"/>
          <p:cNvSpPr/>
          <p:nvPr/>
        </p:nvSpPr>
        <p:spPr>
          <a:xfrm>
            <a:off x="6126480" y="324072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5" name="CustomShape 14"/>
          <p:cNvSpPr/>
          <p:nvPr/>
        </p:nvSpPr>
        <p:spPr>
          <a:xfrm>
            <a:off x="5517000" y="476460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6" name="CustomShape 15"/>
          <p:cNvSpPr/>
          <p:nvPr/>
        </p:nvSpPr>
        <p:spPr>
          <a:xfrm>
            <a:off x="5364360" y="565416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R5FSS0-1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7" name="CustomShape 16"/>
          <p:cNvSpPr/>
          <p:nvPr/>
        </p:nvSpPr>
        <p:spPr>
          <a:xfrm>
            <a:off x="5821560" y="30121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8" name="CustomShape 17"/>
          <p:cNvSpPr/>
          <p:nvPr/>
        </p:nvSpPr>
        <p:spPr>
          <a:xfrm>
            <a:off x="7117200" y="3012120"/>
            <a:ext cx="360" cy="26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9" name="CustomShape 18"/>
          <p:cNvSpPr/>
          <p:nvPr/>
        </p:nvSpPr>
        <p:spPr>
          <a:xfrm>
            <a:off x="7117200" y="3773880"/>
            <a:ext cx="360" cy="3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0" name="CustomShape 19"/>
          <p:cNvSpPr/>
          <p:nvPr/>
        </p:nvSpPr>
        <p:spPr>
          <a:xfrm>
            <a:off x="5532120" y="251136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1" name="CustomShape 20"/>
          <p:cNvSpPr/>
          <p:nvPr/>
        </p:nvSpPr>
        <p:spPr>
          <a:xfrm>
            <a:off x="4678560" y="434520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2" name="CustomShape 21"/>
          <p:cNvSpPr/>
          <p:nvPr/>
        </p:nvSpPr>
        <p:spPr>
          <a:xfrm>
            <a:off x="9021960" y="1981080"/>
            <a:ext cx="3199320" cy="354420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C66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3" name="CustomShape 22"/>
          <p:cNvSpPr/>
          <p:nvPr/>
        </p:nvSpPr>
        <p:spPr>
          <a:xfrm>
            <a:off x="9189720" y="4078440"/>
            <a:ext cx="281844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Notify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4" name="CustomShape 23"/>
          <p:cNvSpPr/>
          <p:nvPr/>
        </p:nvSpPr>
        <p:spPr>
          <a:xfrm>
            <a:off x="9174600" y="4764600"/>
            <a:ext cx="2821320" cy="53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RTOS or FreeRTOS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5" name="CustomShape 24"/>
          <p:cNvSpPr/>
          <p:nvPr/>
        </p:nvSpPr>
        <p:spPr>
          <a:xfrm>
            <a:off x="9021960" y="5654160"/>
            <a:ext cx="3199320" cy="532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C66 DSP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6" name="CustomShape 25"/>
          <p:cNvSpPr/>
          <p:nvPr/>
        </p:nvSpPr>
        <p:spPr>
          <a:xfrm>
            <a:off x="9555480" y="3012120"/>
            <a:ext cx="360" cy="10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7" name="CustomShape 26"/>
          <p:cNvSpPr/>
          <p:nvPr/>
        </p:nvSpPr>
        <p:spPr>
          <a:xfrm>
            <a:off x="9189720" y="2511360"/>
            <a:ext cx="2818440" cy="532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8" name="CustomShape 27"/>
          <p:cNvSpPr/>
          <p:nvPr/>
        </p:nvSpPr>
        <p:spPr>
          <a:xfrm>
            <a:off x="8336160" y="4334760"/>
            <a:ext cx="85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0">
            <a:solidFill>
              <a:srgbClr val="000000"/>
            </a:solidFill>
            <a:prstDash val="dash"/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9" name="CustomShape 28"/>
          <p:cNvSpPr/>
          <p:nvPr/>
        </p:nvSpPr>
        <p:spPr>
          <a:xfrm>
            <a:off x="9772560" y="3284280"/>
            <a:ext cx="2208600" cy="532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IPC RP Message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0" name="CustomShape 29"/>
          <p:cNvSpPr/>
          <p:nvPr/>
        </p:nvSpPr>
        <p:spPr>
          <a:xfrm flipH="1">
            <a:off x="10875240" y="3044880"/>
            <a:ext cx="360" cy="23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1" name="CustomShape 30"/>
          <p:cNvSpPr/>
          <p:nvPr/>
        </p:nvSpPr>
        <p:spPr>
          <a:xfrm>
            <a:off x="10877400" y="3817800"/>
            <a:ext cx="360" cy="2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752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001F081E-BEE3-4589-A2DA-25AE455207D6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1203" name="Picture 4" descr=""/>
          <p:cNvPicPr/>
          <p:nvPr/>
        </p:nvPicPr>
        <p:blipFill>
          <a:blip r:embed="rId1"/>
          <a:stretch/>
        </p:blipFill>
        <p:spPr>
          <a:xfrm>
            <a:off x="838080" y="891360"/>
            <a:ext cx="12274200" cy="4593960"/>
          </a:xfrm>
          <a:prstGeom prst="rect">
            <a:avLst/>
          </a:prstGeom>
          <a:ln w="0">
            <a:noFill/>
          </a:ln>
        </p:spPr>
      </p:pic>
      <p:sp>
        <p:nvSpPr>
          <p:cNvPr id="1204" name="CustomShape 2"/>
          <p:cNvSpPr/>
          <p:nvPr/>
        </p:nvSpPr>
        <p:spPr>
          <a:xfrm>
            <a:off x="8458200" y="2731680"/>
            <a:ext cx="151200" cy="1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5" name="CustomShape 3"/>
          <p:cNvSpPr/>
          <p:nvPr/>
        </p:nvSpPr>
        <p:spPr>
          <a:xfrm>
            <a:off x="6400800" y="2362320"/>
            <a:ext cx="2056320" cy="729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Enable IPC between current CPU and another CPU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6" name="CustomShape 4"/>
          <p:cNvSpPr/>
          <p:nvPr/>
        </p:nvSpPr>
        <p:spPr>
          <a:xfrm flipH="1" flipV="1">
            <a:off x="10437840" y="3809160"/>
            <a:ext cx="837000" cy="1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7" name="CustomShape 5"/>
          <p:cNvSpPr/>
          <p:nvPr/>
        </p:nvSpPr>
        <p:spPr>
          <a:xfrm>
            <a:off x="11277720" y="3562560"/>
            <a:ext cx="2056320" cy="5158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Keep IPC disabled with a CPU if not needed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8" name="CustomShape 6"/>
          <p:cNvSpPr/>
          <p:nvPr/>
        </p:nvSpPr>
        <p:spPr>
          <a:xfrm>
            <a:off x="8458200" y="4114800"/>
            <a:ext cx="34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9" name="CustomShape 7"/>
          <p:cNvSpPr/>
          <p:nvPr/>
        </p:nvSpPr>
        <p:spPr>
          <a:xfrm>
            <a:off x="6934320" y="3795480"/>
            <a:ext cx="1522800" cy="729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Check this to enable IPC with Linux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B6D098C8-864F-4DED-BB12-4BBD0850FC1C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1211" name="Picture 1" descr=""/>
          <p:cNvPicPr/>
          <p:nvPr/>
        </p:nvPicPr>
        <p:blipFill>
          <a:blip r:embed="rId1"/>
          <a:stretch/>
        </p:blipFill>
        <p:spPr>
          <a:xfrm>
            <a:off x="1752480" y="983520"/>
            <a:ext cx="10533600" cy="4237560"/>
          </a:xfrm>
          <a:prstGeom prst="rect">
            <a:avLst/>
          </a:prstGeom>
          <a:ln w="0">
            <a:noFill/>
          </a:ln>
        </p:spPr>
      </p:pic>
      <p:sp>
        <p:nvSpPr>
          <p:cNvPr id="1212" name="CustomShape 2"/>
          <p:cNvSpPr/>
          <p:nvPr/>
        </p:nvSpPr>
        <p:spPr>
          <a:xfrm>
            <a:off x="8534520" y="3371040"/>
            <a:ext cx="151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3" name="CustomShape 3"/>
          <p:cNvSpPr/>
          <p:nvPr/>
        </p:nvSpPr>
        <p:spPr>
          <a:xfrm>
            <a:off x="6629400" y="3048120"/>
            <a:ext cx="1904040" cy="6372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Enable IPC between current CPU and another CPU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08D480C-638D-46AD-A7F7-9228B6F13647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1215" name="Picture 1" descr=""/>
          <p:cNvPicPr/>
          <p:nvPr/>
        </p:nvPicPr>
        <p:blipFill>
          <a:blip r:embed="rId1"/>
          <a:stretch/>
        </p:blipFill>
        <p:spPr>
          <a:xfrm>
            <a:off x="1523880" y="1143000"/>
            <a:ext cx="10638360" cy="3742200"/>
          </a:xfrm>
          <a:prstGeom prst="rect">
            <a:avLst/>
          </a:prstGeom>
          <a:ln w="0">
            <a:noFill/>
          </a:ln>
        </p:spPr>
      </p:pic>
      <p:sp>
        <p:nvSpPr>
          <p:cNvPr id="1216" name="CustomShape 2"/>
          <p:cNvSpPr/>
          <p:nvPr/>
        </p:nvSpPr>
        <p:spPr>
          <a:xfrm>
            <a:off x="6496200" y="3048120"/>
            <a:ext cx="1637280" cy="6372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Enable IPC between current CPU and another CPU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17" name="CustomShape 3"/>
          <p:cNvSpPr/>
          <p:nvPr/>
        </p:nvSpPr>
        <p:spPr>
          <a:xfrm>
            <a:off x="8134200" y="3371040"/>
            <a:ext cx="24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CustomShape 1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Boot flow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219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BA7EF03B-C4A0-4F04-874A-F6EA6459AC2F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220" name="CustomShape 3"/>
          <p:cNvSpPr/>
          <p:nvPr/>
        </p:nvSpPr>
        <p:spPr>
          <a:xfrm>
            <a:off x="3551040" y="2699640"/>
            <a:ext cx="2056320" cy="14468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7a7a7a"/>
              </a:gs>
              <a:gs pos="100000">
                <a:srgbClr val="9e9e9e"/>
              </a:gs>
            </a:gsLst>
            <a:lin ang="162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ROM Bootloader (RBL)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1" name="CustomShape 4"/>
          <p:cNvSpPr/>
          <p:nvPr/>
        </p:nvSpPr>
        <p:spPr>
          <a:xfrm>
            <a:off x="1226880" y="2825640"/>
            <a:ext cx="175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POWER-ON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2" name="CustomShape 5"/>
          <p:cNvSpPr/>
          <p:nvPr/>
        </p:nvSpPr>
        <p:spPr>
          <a:xfrm>
            <a:off x="2712600" y="3195000"/>
            <a:ext cx="684720" cy="456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2f2f2f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  <p:sp>
        <p:nvSpPr>
          <p:cNvPr id="1223" name="CustomShape 6"/>
          <p:cNvSpPr/>
          <p:nvPr/>
        </p:nvSpPr>
        <p:spPr>
          <a:xfrm>
            <a:off x="5760720" y="3195000"/>
            <a:ext cx="684720" cy="456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2f2f2f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  <p:sp>
        <p:nvSpPr>
          <p:cNvPr id="1224" name="CustomShape 7"/>
          <p:cNvSpPr/>
          <p:nvPr/>
        </p:nvSpPr>
        <p:spPr>
          <a:xfrm>
            <a:off x="6598800" y="2699640"/>
            <a:ext cx="2056320" cy="14468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7a7a7a"/>
              </a:gs>
              <a:gs pos="100000">
                <a:srgbClr val="9e9e9e"/>
              </a:gs>
            </a:gsLst>
            <a:lin ang="162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Secondary Bootloader (SBL)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5" name="CustomShape 8"/>
          <p:cNvSpPr/>
          <p:nvPr/>
        </p:nvSpPr>
        <p:spPr>
          <a:xfrm>
            <a:off x="8808840" y="3195000"/>
            <a:ext cx="684720" cy="456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2f2f2f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  <p:sp>
        <p:nvSpPr>
          <p:cNvPr id="1226" name="CustomShape 9"/>
          <p:cNvSpPr/>
          <p:nvPr/>
        </p:nvSpPr>
        <p:spPr>
          <a:xfrm>
            <a:off x="9646920" y="2699640"/>
            <a:ext cx="2056320" cy="14468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7a7a7a"/>
              </a:gs>
              <a:gs pos="100000">
                <a:srgbClr val="9e9e9e"/>
              </a:gs>
            </a:gsLst>
            <a:lin ang="162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Application Binary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227" name="Picture 25" descr=""/>
          <p:cNvPicPr/>
          <p:nvPr/>
        </p:nvPicPr>
        <p:blipFill>
          <a:blip r:embed="rId1"/>
          <a:stretch/>
        </p:blipFill>
        <p:spPr>
          <a:xfrm>
            <a:off x="1450080" y="3001680"/>
            <a:ext cx="842400" cy="842400"/>
          </a:xfrm>
          <a:prstGeom prst="rect">
            <a:avLst/>
          </a:prstGeom>
          <a:ln w="0">
            <a:noFill/>
          </a:ln>
        </p:spPr>
      </p:pic>
      <p:sp>
        <p:nvSpPr>
          <p:cNvPr id="1228" name="CustomShape 10"/>
          <p:cNvSpPr/>
          <p:nvPr/>
        </p:nvSpPr>
        <p:spPr>
          <a:xfrm rot="5400000">
            <a:off x="5837760" y="1169640"/>
            <a:ext cx="532440" cy="20563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29" name="CustomShape 11"/>
          <p:cNvSpPr/>
          <p:nvPr/>
        </p:nvSpPr>
        <p:spPr>
          <a:xfrm rot="5400000">
            <a:off x="8885880" y="1117440"/>
            <a:ext cx="532440" cy="20563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30" name="CustomShape 12"/>
          <p:cNvSpPr/>
          <p:nvPr/>
        </p:nvSpPr>
        <p:spPr>
          <a:xfrm>
            <a:off x="5412240" y="1510200"/>
            <a:ext cx="147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ROM BOOT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1" name="CustomShape 13"/>
          <p:cNvSpPr/>
          <p:nvPr/>
        </p:nvSpPr>
        <p:spPr>
          <a:xfrm>
            <a:off x="8462160" y="1529280"/>
            <a:ext cx="1378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SBL BOOT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CustomShape 1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SBL Boot flow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233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9E142483-D0AF-4C34-8294-0D457806C9A2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234" name="CustomShape 3"/>
          <p:cNvSpPr/>
          <p:nvPr/>
        </p:nvSpPr>
        <p:spPr>
          <a:xfrm>
            <a:off x="548640" y="3124080"/>
            <a:ext cx="1736280" cy="97416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MULTICORE APPIMAGE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5" name="CustomShape 4"/>
          <p:cNvSpPr/>
          <p:nvPr/>
        </p:nvSpPr>
        <p:spPr>
          <a:xfrm>
            <a:off x="2362320" y="3657600"/>
            <a:ext cx="106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36" name="CustomShape 5"/>
          <p:cNvSpPr/>
          <p:nvPr/>
        </p:nvSpPr>
        <p:spPr>
          <a:xfrm>
            <a:off x="2416680" y="2935440"/>
            <a:ext cx="1065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SBL Parse</a:t>
            </a:r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1237" name="Table 6"/>
          <p:cNvGraphicFramePr/>
          <p:nvPr/>
        </p:nvGraphicFramePr>
        <p:xfrm>
          <a:off x="3522600" y="2728440"/>
          <a:ext cx="2133000" cy="1829880"/>
        </p:xfrm>
        <a:graphic>
          <a:graphicData uri="http://schemas.openxmlformats.org/drawingml/2006/table">
            <a:tbl>
              <a:tblPr/>
              <a:tblGrid>
                <a:gridCol w="2133360"/>
              </a:tblGrid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1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404040"/>
                      </a:solidFill>
                    </a:lnL>
                    <a:lnR w="12240">
                      <a:solidFill>
                        <a:srgbClr val="404040"/>
                      </a:solidFill>
                    </a:lnR>
                    <a:lnT w="12240">
                      <a:solidFill>
                        <a:srgbClr val="404040"/>
                      </a:solidFill>
                    </a:lnT>
                    <a:lnB w="12240">
                      <a:solidFill>
                        <a:srgbClr val="40404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……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404040"/>
                      </a:solidFill>
                    </a:lnL>
                    <a:lnR w="12240">
                      <a:solidFill>
                        <a:srgbClr val="404040"/>
                      </a:solidFill>
                    </a:lnR>
                    <a:lnT w="12240">
                      <a:solidFill>
                        <a:srgbClr val="404040"/>
                      </a:solidFill>
                    </a:lnT>
                    <a:lnB w="12240">
                      <a:solidFill>
                        <a:srgbClr val="404040"/>
                      </a:solidFill>
                    </a:lnB>
                    <a:solidFill>
                      <a:srgbClr val="cecece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……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404040"/>
                      </a:solidFill>
                    </a:lnL>
                    <a:lnR w="12240">
                      <a:solidFill>
                        <a:srgbClr val="404040"/>
                      </a:solidFill>
                    </a:lnR>
                    <a:lnT w="12240">
                      <a:solidFill>
                        <a:srgbClr val="404040"/>
                      </a:solidFill>
                    </a:lnT>
                    <a:lnB w="12240">
                      <a:solidFill>
                        <a:srgbClr val="40404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RPRC N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404040"/>
                      </a:solidFill>
                    </a:lnL>
                    <a:lnR w="12240">
                      <a:solidFill>
                        <a:srgbClr val="404040"/>
                      </a:solidFill>
                    </a:lnR>
                    <a:lnT w="12240">
                      <a:solidFill>
                        <a:srgbClr val="404040"/>
                      </a:solidFill>
                    </a:lnT>
                    <a:lnB w="12240">
                      <a:solidFill>
                        <a:srgbClr val="404040"/>
                      </a:solidFill>
                    </a:lnB>
                    <a:solidFill>
                      <a:srgbClr val="cecece"/>
                    </a:solidFill>
                  </a:tcPr>
                </a:tc>
              </a:tr>
            </a:tbl>
          </a:graphicData>
        </a:graphic>
      </p:graphicFrame>
      <p:sp>
        <p:nvSpPr>
          <p:cNvPr id="1238" name="CustomShape 7"/>
          <p:cNvSpPr/>
          <p:nvPr/>
        </p:nvSpPr>
        <p:spPr>
          <a:xfrm>
            <a:off x="3048120" y="4642560"/>
            <a:ext cx="3412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RPRCs for N CPUs were found in the multicore appimage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9" name="CustomShape 8"/>
          <p:cNvSpPr/>
          <p:nvPr/>
        </p:nvSpPr>
        <p:spPr>
          <a:xfrm>
            <a:off x="5791320" y="3620880"/>
            <a:ext cx="1446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40" name="CustomShape 9"/>
          <p:cNvSpPr/>
          <p:nvPr/>
        </p:nvSpPr>
        <p:spPr>
          <a:xfrm>
            <a:off x="5656320" y="3238200"/>
            <a:ext cx="184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For each RPRC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1" name="CustomShape 10"/>
          <p:cNvSpPr/>
          <p:nvPr/>
        </p:nvSpPr>
        <p:spPr>
          <a:xfrm>
            <a:off x="7469640" y="3210480"/>
            <a:ext cx="1200600" cy="82188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Initialize Core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2" name="CustomShape 11"/>
          <p:cNvSpPr/>
          <p:nvPr/>
        </p:nvSpPr>
        <p:spPr>
          <a:xfrm>
            <a:off x="8934840" y="3203640"/>
            <a:ext cx="1200600" cy="82188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Load RPRC Image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3" name="CustomShape 12"/>
          <p:cNvSpPr/>
          <p:nvPr/>
        </p:nvSpPr>
        <p:spPr>
          <a:xfrm>
            <a:off x="8671680" y="3620880"/>
            <a:ext cx="245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44" name="CustomShape 13"/>
          <p:cNvSpPr/>
          <p:nvPr/>
        </p:nvSpPr>
        <p:spPr>
          <a:xfrm>
            <a:off x="10136880" y="3620880"/>
            <a:ext cx="245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45" name="CustomShape 14"/>
          <p:cNvSpPr/>
          <p:nvPr/>
        </p:nvSpPr>
        <p:spPr>
          <a:xfrm>
            <a:off x="10383840" y="3203640"/>
            <a:ext cx="1200600" cy="82188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Set Entry Point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46" name="CustomShape 15"/>
          <p:cNvSpPr/>
          <p:nvPr/>
        </p:nvSpPr>
        <p:spPr>
          <a:xfrm>
            <a:off x="11585520" y="3607560"/>
            <a:ext cx="245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247" name="CustomShape 16"/>
          <p:cNvSpPr/>
          <p:nvPr/>
        </p:nvSpPr>
        <p:spPr>
          <a:xfrm>
            <a:off x="11822040" y="3196080"/>
            <a:ext cx="1200600" cy="82188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Release Core from Reset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5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" dur="25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25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5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25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25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25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25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25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25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25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25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250"/>
                                        <p:tgtEl>
                                          <p:spTgt spid="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25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CustomShape 1"/>
          <p:cNvSpPr/>
          <p:nvPr/>
        </p:nvSpPr>
        <p:spPr>
          <a:xfrm>
            <a:off x="2207880" y="4870800"/>
            <a:ext cx="5884200" cy="15264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Device Driver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49" name="CustomShape 2"/>
          <p:cNvSpPr/>
          <p:nvPr/>
        </p:nvSpPr>
        <p:spPr>
          <a:xfrm>
            <a:off x="1402920" y="6642720"/>
            <a:ext cx="6673320" cy="58968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SOC Specific USB Controller Hardware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0" name="CustomShape 3"/>
          <p:cNvSpPr/>
          <p:nvPr/>
        </p:nvSpPr>
        <p:spPr>
          <a:xfrm>
            <a:off x="2207880" y="2467440"/>
            <a:ext cx="5868000" cy="154836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Tiny USB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1" name="CustomShape 4"/>
          <p:cNvSpPr/>
          <p:nvPr/>
        </p:nvSpPr>
        <p:spPr>
          <a:xfrm>
            <a:off x="4314960" y="5041080"/>
            <a:ext cx="3532680" cy="59220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USB Device Core Driver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2" name="CustomShape 5"/>
          <p:cNvSpPr/>
          <p:nvPr/>
        </p:nvSpPr>
        <p:spPr>
          <a:xfrm>
            <a:off x="4327200" y="5697000"/>
            <a:ext cx="3532680" cy="61416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SoC Porting Layer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3" name="CustomShape 6"/>
          <p:cNvSpPr/>
          <p:nvPr/>
        </p:nvSpPr>
        <p:spPr>
          <a:xfrm>
            <a:off x="2207880" y="1447920"/>
            <a:ext cx="5868000" cy="87660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 Layer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4" name="CustomShape 7"/>
          <p:cNvSpPr/>
          <p:nvPr/>
        </p:nvSpPr>
        <p:spPr>
          <a:xfrm>
            <a:off x="2224080" y="4212720"/>
            <a:ext cx="5868000" cy="58968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TinyUSB Porting Layer (DCD)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5" name="CustomShape 8"/>
          <p:cNvSpPr/>
          <p:nvPr/>
        </p:nvSpPr>
        <p:spPr>
          <a:xfrm rot="5400000">
            <a:off x="-743040" y="3595680"/>
            <a:ext cx="4949280" cy="6534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FreeRTOS </a:t>
            </a:r>
            <a:r>
              <a:rPr b="0" lang="en-IN" sz="1920" spc="-1" strike="noStrike">
                <a:solidFill>
                  <a:srgbClr val="000000"/>
                </a:solidFill>
                <a:latin typeface="Arial"/>
                <a:ea typeface="DejaVu Sans"/>
              </a:rPr>
              <a:t>/ NORTOS Services</a:t>
            </a:r>
            <a:endParaRPr b="0" lang="en-IN" sz="1920" spc="-1" strike="noStrike">
              <a:latin typeface="Arial"/>
            </a:endParaRPr>
          </a:p>
        </p:txBody>
      </p:sp>
      <p:sp>
        <p:nvSpPr>
          <p:cNvPr id="1256" name="CustomShape 9"/>
          <p:cNvSpPr/>
          <p:nvPr/>
        </p:nvSpPr>
        <p:spPr>
          <a:xfrm>
            <a:off x="4876920" y="2622240"/>
            <a:ext cx="2894400" cy="42192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CDC-ACM Class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7" name="CustomShape 10"/>
          <p:cNvSpPr/>
          <p:nvPr/>
        </p:nvSpPr>
        <p:spPr>
          <a:xfrm>
            <a:off x="4876920" y="1645920"/>
            <a:ext cx="2894400" cy="54432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cdc_echo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8" name="CustomShape 11"/>
          <p:cNvSpPr/>
          <p:nvPr/>
        </p:nvSpPr>
        <p:spPr>
          <a:xfrm>
            <a:off x="4876920" y="3191400"/>
            <a:ext cx="2894400" cy="70668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USB Device Core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CustomShape 1"/>
          <p:cNvSpPr/>
          <p:nvPr/>
        </p:nvSpPr>
        <p:spPr>
          <a:xfrm>
            <a:off x="4973760" y="261720"/>
            <a:ext cx="6988680" cy="7160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0" name="Line 2"/>
          <p:cNvSpPr/>
          <p:nvPr/>
        </p:nvSpPr>
        <p:spPr>
          <a:xfrm flipV="1">
            <a:off x="2133360" y="1243080"/>
            <a:ext cx="9982440" cy="11160"/>
          </a:xfrm>
          <a:prstGeom prst="line">
            <a:avLst/>
          </a:prstGeom>
          <a:ln>
            <a:solidFill>
              <a:srgbClr val="de0000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1" name="Line 3"/>
          <p:cNvSpPr/>
          <p:nvPr/>
        </p:nvSpPr>
        <p:spPr>
          <a:xfrm>
            <a:off x="2133360" y="6608520"/>
            <a:ext cx="9982440" cy="10800"/>
          </a:xfrm>
          <a:prstGeom prst="line">
            <a:avLst/>
          </a:prstGeom>
          <a:ln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2" name="CustomShape 4"/>
          <p:cNvSpPr/>
          <p:nvPr/>
        </p:nvSpPr>
        <p:spPr>
          <a:xfrm>
            <a:off x="5355000" y="591120"/>
            <a:ext cx="6230520" cy="33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3" name="CustomShape 5"/>
          <p:cNvSpPr/>
          <p:nvPr/>
        </p:nvSpPr>
        <p:spPr>
          <a:xfrm>
            <a:off x="2374920" y="662040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1 - Physical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4" name="CustomShape 6"/>
          <p:cNvSpPr/>
          <p:nvPr/>
        </p:nvSpPr>
        <p:spPr>
          <a:xfrm>
            <a:off x="2374920" y="623916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2 - Data Link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5" name="CustomShape 7"/>
          <p:cNvSpPr/>
          <p:nvPr/>
        </p:nvSpPr>
        <p:spPr>
          <a:xfrm>
            <a:off x="2374920" y="87372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7 -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6" name="CustomShape 8"/>
          <p:cNvSpPr/>
          <p:nvPr/>
        </p:nvSpPr>
        <p:spPr>
          <a:xfrm>
            <a:off x="6213960" y="5267160"/>
            <a:ext cx="450468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 Firmware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7" name="CustomShape 9"/>
          <p:cNvSpPr/>
          <p:nvPr/>
        </p:nvSpPr>
        <p:spPr>
          <a:xfrm>
            <a:off x="5351040" y="6030360"/>
            <a:ext cx="62305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with 2x MII/RGMII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8" name="CustomShape 10"/>
          <p:cNvSpPr/>
          <p:nvPr/>
        </p:nvSpPr>
        <p:spPr>
          <a:xfrm>
            <a:off x="7077960" y="4205880"/>
            <a:ext cx="277596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Driver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9" name="CustomShape 11"/>
          <p:cNvSpPr/>
          <p:nvPr/>
        </p:nvSpPr>
        <p:spPr>
          <a:xfrm>
            <a:off x="5376600" y="3442680"/>
            <a:ext cx="30211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EtherNet/IP Adapter FWHAL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0" name="CustomShape 12"/>
          <p:cNvSpPr/>
          <p:nvPr/>
        </p:nvSpPr>
        <p:spPr>
          <a:xfrm>
            <a:off x="5420880" y="1833840"/>
            <a:ext cx="5765760" cy="33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EtherNet/IP Adapter Stack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1" name="CustomShape 13"/>
          <p:cNvSpPr/>
          <p:nvPr/>
        </p:nvSpPr>
        <p:spPr>
          <a:xfrm>
            <a:off x="6543720" y="640080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2" name="CustomShape 14"/>
          <p:cNvSpPr/>
          <p:nvPr/>
        </p:nvSpPr>
        <p:spPr>
          <a:xfrm>
            <a:off x="12309480" y="591120"/>
            <a:ext cx="373680" cy="43196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3" name="CustomShape 15"/>
          <p:cNvSpPr/>
          <p:nvPr/>
        </p:nvSpPr>
        <p:spPr>
          <a:xfrm>
            <a:off x="12316680" y="5033160"/>
            <a:ext cx="366120" cy="15854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4" name="CustomShape 16"/>
          <p:cNvSpPr/>
          <p:nvPr/>
        </p:nvSpPr>
        <p:spPr>
          <a:xfrm>
            <a:off x="12364200" y="2915640"/>
            <a:ext cx="1887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Processor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5" name="CustomShape 17"/>
          <p:cNvSpPr/>
          <p:nvPr/>
        </p:nvSpPr>
        <p:spPr>
          <a:xfrm>
            <a:off x="12364200" y="5740200"/>
            <a:ext cx="188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PRUICSS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6" name="CustomShape 18"/>
          <p:cNvSpPr/>
          <p:nvPr/>
        </p:nvSpPr>
        <p:spPr>
          <a:xfrm>
            <a:off x="5351040" y="684360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7" name="CustomShape 19"/>
          <p:cNvSpPr/>
          <p:nvPr/>
        </p:nvSpPr>
        <p:spPr>
          <a:xfrm>
            <a:off x="9020160" y="683028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8" name="CustomShape 20"/>
          <p:cNvSpPr/>
          <p:nvPr/>
        </p:nvSpPr>
        <p:spPr>
          <a:xfrm>
            <a:off x="10212840" y="639576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9" name="CustomShape 21"/>
          <p:cNvSpPr/>
          <p:nvPr/>
        </p:nvSpPr>
        <p:spPr>
          <a:xfrm>
            <a:off x="8569440" y="3442680"/>
            <a:ext cx="304380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ICSS-EMAC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80" name="CustomShape 22"/>
          <p:cNvSpPr/>
          <p:nvPr/>
        </p:nvSpPr>
        <p:spPr>
          <a:xfrm flipH="1">
            <a:off x="8398080" y="5634000"/>
            <a:ext cx="175680" cy="3402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1" name="CustomShape 23"/>
          <p:cNvSpPr/>
          <p:nvPr/>
        </p:nvSpPr>
        <p:spPr>
          <a:xfrm>
            <a:off x="8404560" y="4573440"/>
            <a:ext cx="163800" cy="6922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2" name="CustomShape 24"/>
          <p:cNvSpPr/>
          <p:nvPr/>
        </p:nvSpPr>
        <p:spPr>
          <a:xfrm>
            <a:off x="11340000" y="382392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3" name="CustomShape 25"/>
          <p:cNvSpPr/>
          <p:nvPr/>
        </p:nvSpPr>
        <p:spPr>
          <a:xfrm>
            <a:off x="8863560" y="2685960"/>
            <a:ext cx="2749680" cy="33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lwIP Stack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84" name="CustomShape 26"/>
          <p:cNvSpPr/>
          <p:nvPr/>
        </p:nvSpPr>
        <p:spPr>
          <a:xfrm flipH="1">
            <a:off x="10225080" y="304416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5" name="CustomShape 27"/>
          <p:cNvSpPr/>
          <p:nvPr/>
        </p:nvSpPr>
        <p:spPr>
          <a:xfrm flipH="1">
            <a:off x="10212120" y="2203560"/>
            <a:ext cx="188640" cy="4572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6" name="CustomShape 28"/>
          <p:cNvSpPr/>
          <p:nvPr/>
        </p:nvSpPr>
        <p:spPr>
          <a:xfrm flipH="1">
            <a:off x="6543000" y="2193480"/>
            <a:ext cx="175680" cy="123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7" name="CustomShape 29"/>
          <p:cNvSpPr/>
          <p:nvPr/>
        </p:nvSpPr>
        <p:spPr>
          <a:xfrm flipH="1">
            <a:off x="11339280" y="978480"/>
            <a:ext cx="175680" cy="168516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8" name="CustomShape 30"/>
          <p:cNvSpPr/>
          <p:nvPr/>
        </p:nvSpPr>
        <p:spPr>
          <a:xfrm flipH="1">
            <a:off x="8398800" y="965880"/>
            <a:ext cx="168120" cy="8506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9" name="Line 31"/>
          <p:cNvSpPr/>
          <p:nvPr/>
        </p:nvSpPr>
        <p:spPr>
          <a:xfrm flipV="1">
            <a:off x="5186160" y="4940280"/>
            <a:ext cx="6536520" cy="3240"/>
          </a:xfrm>
          <a:prstGeom prst="line">
            <a:avLst/>
          </a:prstGeom>
          <a:ln cap="rnd" w="25560">
            <a:solidFill>
              <a:srgbClr val="c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0" name="CustomShape 32"/>
          <p:cNvSpPr/>
          <p:nvPr/>
        </p:nvSpPr>
        <p:spPr>
          <a:xfrm>
            <a:off x="2374920" y="3561840"/>
            <a:ext cx="228492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1" name="CustomShape 33"/>
          <p:cNvSpPr/>
          <p:nvPr/>
        </p:nvSpPr>
        <p:spPr>
          <a:xfrm>
            <a:off x="2374920" y="2811600"/>
            <a:ext cx="2284920" cy="363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Customer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2" name="CustomShape 34"/>
          <p:cNvSpPr/>
          <p:nvPr/>
        </p:nvSpPr>
        <p:spPr>
          <a:xfrm>
            <a:off x="2374920" y="3192480"/>
            <a:ext cx="228492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 / Third Party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3" name="CustomShape 35"/>
          <p:cNvSpPr/>
          <p:nvPr/>
        </p:nvSpPr>
        <p:spPr>
          <a:xfrm flipH="1">
            <a:off x="9019440" y="37933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4" name="CustomShape 36"/>
          <p:cNvSpPr/>
          <p:nvPr/>
        </p:nvSpPr>
        <p:spPr>
          <a:xfrm flipH="1">
            <a:off x="7735680" y="38095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5" name="CustomShape 37"/>
          <p:cNvSpPr/>
          <p:nvPr/>
        </p:nvSpPr>
        <p:spPr>
          <a:xfrm>
            <a:off x="5416200" y="384156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6" name="CustomShape 38"/>
          <p:cNvSpPr/>
          <p:nvPr/>
        </p:nvSpPr>
        <p:spPr>
          <a:xfrm>
            <a:off x="6541200" y="38239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7" name="CustomShape 39"/>
          <p:cNvSpPr/>
          <p:nvPr/>
        </p:nvSpPr>
        <p:spPr>
          <a:xfrm>
            <a:off x="10212120" y="38257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CustomShape 1"/>
          <p:cNvSpPr/>
          <p:nvPr/>
        </p:nvSpPr>
        <p:spPr>
          <a:xfrm>
            <a:off x="6383880" y="90392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D8F1BB04-1F14-4FAA-913A-56D84C8EA335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299" name="CustomShape 2"/>
          <p:cNvSpPr/>
          <p:nvPr/>
        </p:nvSpPr>
        <p:spPr>
          <a:xfrm>
            <a:off x="2362320" y="1447920"/>
            <a:ext cx="9232560" cy="2382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0" name="CustomShape 3"/>
          <p:cNvSpPr/>
          <p:nvPr/>
        </p:nvSpPr>
        <p:spPr>
          <a:xfrm>
            <a:off x="2362320" y="4288320"/>
            <a:ext cx="9232560" cy="1218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c00000"/>
                </a:solidFill>
                <a:latin typeface="Arial"/>
                <a:ea typeface="DejaVu Sans"/>
              </a:rPr>
              <a:t>L3 RAM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1" name="CustomShape 4"/>
          <p:cNvSpPr/>
          <p:nvPr/>
        </p:nvSpPr>
        <p:spPr>
          <a:xfrm>
            <a:off x="4202280" y="2764080"/>
            <a:ext cx="3963600" cy="39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If PTP/DLR ? 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2" name="CustomShape 5"/>
          <p:cNvSpPr/>
          <p:nvPr/>
        </p:nvSpPr>
        <p:spPr>
          <a:xfrm>
            <a:off x="4202280" y="1697400"/>
            <a:ext cx="3963600" cy="39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PTP Driver+Stack/DLR Driver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3" name="CustomShape 6"/>
          <p:cNvSpPr/>
          <p:nvPr/>
        </p:nvSpPr>
        <p:spPr>
          <a:xfrm>
            <a:off x="8715240" y="1717200"/>
            <a:ext cx="2651040" cy="39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TCP/IP Stack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4" name="CustomShape 7"/>
          <p:cNvSpPr/>
          <p:nvPr/>
        </p:nvSpPr>
        <p:spPr>
          <a:xfrm>
            <a:off x="4207320" y="4547160"/>
            <a:ext cx="1218240" cy="6994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0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5" name="CustomShape 8"/>
          <p:cNvSpPr/>
          <p:nvPr/>
        </p:nvSpPr>
        <p:spPr>
          <a:xfrm>
            <a:off x="6070320" y="4547160"/>
            <a:ext cx="1218240" cy="6994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6" name="CustomShape 9"/>
          <p:cNvSpPr/>
          <p:nvPr/>
        </p:nvSpPr>
        <p:spPr>
          <a:xfrm>
            <a:off x="7933320" y="4547160"/>
            <a:ext cx="1218240" cy="6994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7" name="CustomShape 10"/>
          <p:cNvSpPr/>
          <p:nvPr/>
        </p:nvSpPr>
        <p:spPr>
          <a:xfrm>
            <a:off x="9919440" y="4547160"/>
            <a:ext cx="1218240" cy="6994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8" name="CustomShape 11"/>
          <p:cNvSpPr/>
          <p:nvPr/>
        </p:nvSpPr>
        <p:spPr>
          <a:xfrm>
            <a:off x="4723560" y="3186360"/>
            <a:ext cx="151200" cy="13546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9" name="CustomShape 12"/>
          <p:cNvSpPr/>
          <p:nvPr/>
        </p:nvSpPr>
        <p:spPr>
          <a:xfrm>
            <a:off x="6552360" y="3186360"/>
            <a:ext cx="151200" cy="13546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0" name="CustomShape 13"/>
          <p:cNvSpPr/>
          <p:nvPr/>
        </p:nvSpPr>
        <p:spPr>
          <a:xfrm>
            <a:off x="8006040" y="3208680"/>
            <a:ext cx="151200" cy="13154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1" name="CustomShape 14"/>
          <p:cNvSpPr/>
          <p:nvPr/>
        </p:nvSpPr>
        <p:spPr>
          <a:xfrm>
            <a:off x="6156000" y="2117160"/>
            <a:ext cx="175680" cy="651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2" name="CustomShape 15"/>
          <p:cNvSpPr/>
          <p:nvPr/>
        </p:nvSpPr>
        <p:spPr>
          <a:xfrm>
            <a:off x="6705000" y="2252880"/>
            <a:ext cx="1136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c00000"/>
                </a:solidFill>
                <a:latin typeface="Arial"/>
                <a:ea typeface="DejaVu Sans"/>
              </a:rPr>
              <a:t>Yes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13" name="CustomShape 16"/>
          <p:cNvSpPr/>
          <p:nvPr/>
        </p:nvSpPr>
        <p:spPr>
          <a:xfrm>
            <a:off x="8850240" y="2252880"/>
            <a:ext cx="1136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solidFill>
                  <a:srgbClr val="c00000"/>
                </a:solidFill>
                <a:latin typeface="Arial"/>
                <a:ea typeface="DejaVu Sans"/>
              </a:rPr>
              <a:t>No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14" name="CustomShape 17"/>
          <p:cNvSpPr/>
          <p:nvPr/>
        </p:nvSpPr>
        <p:spPr>
          <a:xfrm>
            <a:off x="8199000" y="2117160"/>
            <a:ext cx="1301400" cy="897840"/>
          </a:xfrm>
          <a:prstGeom prst="bentUpArrow">
            <a:avLst>
              <a:gd name="adj1" fmla="val 8596"/>
              <a:gd name="adj2" fmla="val 9143"/>
              <a:gd name="adj3" fmla="val 10783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5" name="CustomShape 18"/>
          <p:cNvSpPr/>
          <p:nvPr/>
        </p:nvSpPr>
        <p:spPr>
          <a:xfrm>
            <a:off x="10446480" y="2142720"/>
            <a:ext cx="162000" cy="23821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CustomShape 1"/>
          <p:cNvSpPr/>
          <p:nvPr/>
        </p:nvSpPr>
        <p:spPr>
          <a:xfrm>
            <a:off x="4973760" y="261720"/>
            <a:ext cx="6988680" cy="7160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7" name="Line 2"/>
          <p:cNvSpPr/>
          <p:nvPr/>
        </p:nvSpPr>
        <p:spPr>
          <a:xfrm flipV="1">
            <a:off x="2133360" y="1243080"/>
            <a:ext cx="9982440" cy="11160"/>
          </a:xfrm>
          <a:prstGeom prst="line">
            <a:avLst/>
          </a:prstGeom>
          <a:ln>
            <a:solidFill>
              <a:srgbClr val="de0000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8" name="Line 3"/>
          <p:cNvSpPr/>
          <p:nvPr/>
        </p:nvSpPr>
        <p:spPr>
          <a:xfrm>
            <a:off x="2133360" y="6608520"/>
            <a:ext cx="9982440" cy="10800"/>
          </a:xfrm>
          <a:prstGeom prst="line">
            <a:avLst/>
          </a:prstGeom>
          <a:ln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9" name="CustomShape 4"/>
          <p:cNvSpPr/>
          <p:nvPr/>
        </p:nvSpPr>
        <p:spPr>
          <a:xfrm>
            <a:off x="5355000" y="591120"/>
            <a:ext cx="6230520" cy="33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0" name="CustomShape 5"/>
          <p:cNvSpPr/>
          <p:nvPr/>
        </p:nvSpPr>
        <p:spPr>
          <a:xfrm>
            <a:off x="2374920" y="662040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1 - Physical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1" name="CustomShape 6"/>
          <p:cNvSpPr/>
          <p:nvPr/>
        </p:nvSpPr>
        <p:spPr>
          <a:xfrm>
            <a:off x="2374920" y="623916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2 - Data Link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2" name="CustomShape 7"/>
          <p:cNvSpPr/>
          <p:nvPr/>
        </p:nvSpPr>
        <p:spPr>
          <a:xfrm>
            <a:off x="2374920" y="87372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7 -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3" name="CustomShape 8"/>
          <p:cNvSpPr/>
          <p:nvPr/>
        </p:nvSpPr>
        <p:spPr>
          <a:xfrm>
            <a:off x="6213960" y="5267160"/>
            <a:ext cx="450468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 Firmware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4" name="CustomShape 9"/>
          <p:cNvSpPr/>
          <p:nvPr/>
        </p:nvSpPr>
        <p:spPr>
          <a:xfrm>
            <a:off x="5351040" y="6030360"/>
            <a:ext cx="62305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with 2x MII/RGMII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5" name="CustomShape 10"/>
          <p:cNvSpPr/>
          <p:nvPr/>
        </p:nvSpPr>
        <p:spPr>
          <a:xfrm>
            <a:off x="7077960" y="4205880"/>
            <a:ext cx="277596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Driver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6" name="CustomShape 11"/>
          <p:cNvSpPr/>
          <p:nvPr/>
        </p:nvSpPr>
        <p:spPr>
          <a:xfrm>
            <a:off x="5376600" y="3442680"/>
            <a:ext cx="30211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Profinet Device FWHAL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7" name="CustomShape 12"/>
          <p:cNvSpPr/>
          <p:nvPr/>
        </p:nvSpPr>
        <p:spPr>
          <a:xfrm>
            <a:off x="5420880" y="1833840"/>
            <a:ext cx="5765760" cy="33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Profinet Device Stack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8" name="CustomShape 13"/>
          <p:cNvSpPr/>
          <p:nvPr/>
        </p:nvSpPr>
        <p:spPr>
          <a:xfrm>
            <a:off x="6543720" y="640080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9" name="CustomShape 14"/>
          <p:cNvSpPr/>
          <p:nvPr/>
        </p:nvSpPr>
        <p:spPr>
          <a:xfrm>
            <a:off x="12309480" y="591120"/>
            <a:ext cx="373680" cy="43196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0" name="CustomShape 15"/>
          <p:cNvSpPr/>
          <p:nvPr/>
        </p:nvSpPr>
        <p:spPr>
          <a:xfrm>
            <a:off x="12316680" y="5033160"/>
            <a:ext cx="366120" cy="15854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1" name="CustomShape 16"/>
          <p:cNvSpPr/>
          <p:nvPr/>
        </p:nvSpPr>
        <p:spPr>
          <a:xfrm>
            <a:off x="12364200" y="2915640"/>
            <a:ext cx="1887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Processor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2" name="CustomShape 17"/>
          <p:cNvSpPr/>
          <p:nvPr/>
        </p:nvSpPr>
        <p:spPr>
          <a:xfrm>
            <a:off x="12364200" y="5740200"/>
            <a:ext cx="188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PRUICSS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3" name="CustomShape 18"/>
          <p:cNvSpPr/>
          <p:nvPr/>
        </p:nvSpPr>
        <p:spPr>
          <a:xfrm>
            <a:off x="5351040" y="684360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34" name="CustomShape 19"/>
          <p:cNvSpPr/>
          <p:nvPr/>
        </p:nvSpPr>
        <p:spPr>
          <a:xfrm>
            <a:off x="9020160" y="683028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35" name="CustomShape 20"/>
          <p:cNvSpPr/>
          <p:nvPr/>
        </p:nvSpPr>
        <p:spPr>
          <a:xfrm>
            <a:off x="10212840" y="639576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6" name="CustomShape 21"/>
          <p:cNvSpPr/>
          <p:nvPr/>
        </p:nvSpPr>
        <p:spPr>
          <a:xfrm>
            <a:off x="8569440" y="3442680"/>
            <a:ext cx="304380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ICSS-EMAC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37" name="CustomShape 22"/>
          <p:cNvSpPr/>
          <p:nvPr/>
        </p:nvSpPr>
        <p:spPr>
          <a:xfrm flipH="1">
            <a:off x="8398080" y="5634000"/>
            <a:ext cx="175680" cy="3402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8" name="CustomShape 23"/>
          <p:cNvSpPr/>
          <p:nvPr/>
        </p:nvSpPr>
        <p:spPr>
          <a:xfrm>
            <a:off x="8404560" y="4573440"/>
            <a:ext cx="163800" cy="6922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9" name="CustomShape 24"/>
          <p:cNvSpPr/>
          <p:nvPr/>
        </p:nvSpPr>
        <p:spPr>
          <a:xfrm>
            <a:off x="11340000" y="382392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0" name="CustomShape 25"/>
          <p:cNvSpPr/>
          <p:nvPr/>
        </p:nvSpPr>
        <p:spPr>
          <a:xfrm>
            <a:off x="8569440" y="2685960"/>
            <a:ext cx="3043800" cy="33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lwIP Stack (including SNMP)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1" name="CustomShape 26"/>
          <p:cNvSpPr/>
          <p:nvPr/>
        </p:nvSpPr>
        <p:spPr>
          <a:xfrm flipH="1">
            <a:off x="10225080" y="304416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2" name="CustomShape 27"/>
          <p:cNvSpPr/>
          <p:nvPr/>
        </p:nvSpPr>
        <p:spPr>
          <a:xfrm flipH="1">
            <a:off x="10212120" y="2203560"/>
            <a:ext cx="188640" cy="4572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3" name="CustomShape 28"/>
          <p:cNvSpPr/>
          <p:nvPr/>
        </p:nvSpPr>
        <p:spPr>
          <a:xfrm flipH="1">
            <a:off x="6543000" y="2193480"/>
            <a:ext cx="175680" cy="123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4" name="CustomShape 29"/>
          <p:cNvSpPr/>
          <p:nvPr/>
        </p:nvSpPr>
        <p:spPr>
          <a:xfrm flipH="1">
            <a:off x="11339280" y="978480"/>
            <a:ext cx="175680" cy="168516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5" name="CustomShape 30"/>
          <p:cNvSpPr/>
          <p:nvPr/>
        </p:nvSpPr>
        <p:spPr>
          <a:xfrm flipH="1">
            <a:off x="8398800" y="965880"/>
            <a:ext cx="168120" cy="8506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6" name="Line 31"/>
          <p:cNvSpPr/>
          <p:nvPr/>
        </p:nvSpPr>
        <p:spPr>
          <a:xfrm flipV="1">
            <a:off x="5186160" y="4940280"/>
            <a:ext cx="6536520" cy="3240"/>
          </a:xfrm>
          <a:prstGeom prst="line">
            <a:avLst/>
          </a:prstGeom>
          <a:ln cap="rnd" w="25560">
            <a:solidFill>
              <a:srgbClr val="c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7" name="CustomShape 32"/>
          <p:cNvSpPr/>
          <p:nvPr/>
        </p:nvSpPr>
        <p:spPr>
          <a:xfrm>
            <a:off x="2374920" y="3561840"/>
            <a:ext cx="2284920" cy="3639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8" name="CustomShape 33"/>
          <p:cNvSpPr/>
          <p:nvPr/>
        </p:nvSpPr>
        <p:spPr>
          <a:xfrm>
            <a:off x="2374920" y="2811600"/>
            <a:ext cx="2284920" cy="363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Customer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9" name="CustomShape 34"/>
          <p:cNvSpPr/>
          <p:nvPr/>
        </p:nvSpPr>
        <p:spPr>
          <a:xfrm>
            <a:off x="2374920" y="3192480"/>
            <a:ext cx="228492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 / Third Party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0" name="CustomShape 35"/>
          <p:cNvSpPr/>
          <p:nvPr/>
        </p:nvSpPr>
        <p:spPr>
          <a:xfrm flipH="1">
            <a:off x="9019440" y="37933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1" name="CustomShape 36"/>
          <p:cNvSpPr/>
          <p:nvPr/>
        </p:nvSpPr>
        <p:spPr>
          <a:xfrm flipH="1">
            <a:off x="7735680" y="38095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2" name="CustomShape 37"/>
          <p:cNvSpPr/>
          <p:nvPr/>
        </p:nvSpPr>
        <p:spPr>
          <a:xfrm>
            <a:off x="5416200" y="384156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3" name="CustomShape 38"/>
          <p:cNvSpPr/>
          <p:nvPr/>
        </p:nvSpPr>
        <p:spPr>
          <a:xfrm>
            <a:off x="6541200" y="38239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4" name="CustomShape 39"/>
          <p:cNvSpPr/>
          <p:nvPr/>
        </p:nvSpPr>
        <p:spPr>
          <a:xfrm>
            <a:off x="10212120" y="38257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CustomShape 1"/>
          <p:cNvSpPr/>
          <p:nvPr/>
        </p:nvSpPr>
        <p:spPr>
          <a:xfrm>
            <a:off x="4973760" y="1557000"/>
            <a:ext cx="6988680" cy="58456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6" name="Line 2"/>
          <p:cNvSpPr/>
          <p:nvPr/>
        </p:nvSpPr>
        <p:spPr>
          <a:xfrm flipV="1">
            <a:off x="2129040" y="2441520"/>
            <a:ext cx="9982440" cy="11160"/>
          </a:xfrm>
          <a:prstGeom prst="line">
            <a:avLst/>
          </a:prstGeom>
          <a:ln>
            <a:solidFill>
              <a:srgbClr val="de0000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7" name="Line 3"/>
          <p:cNvSpPr/>
          <p:nvPr/>
        </p:nvSpPr>
        <p:spPr>
          <a:xfrm>
            <a:off x="2133360" y="6608520"/>
            <a:ext cx="9982440" cy="10800"/>
          </a:xfrm>
          <a:prstGeom prst="line">
            <a:avLst/>
          </a:prstGeom>
          <a:ln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8" name="CustomShape 4"/>
          <p:cNvSpPr/>
          <p:nvPr/>
        </p:nvSpPr>
        <p:spPr>
          <a:xfrm>
            <a:off x="5382720" y="1868400"/>
            <a:ext cx="62305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59" name="CustomShape 5"/>
          <p:cNvSpPr/>
          <p:nvPr/>
        </p:nvSpPr>
        <p:spPr>
          <a:xfrm>
            <a:off x="2374920" y="662040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1 - Physical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0" name="CustomShape 6"/>
          <p:cNvSpPr/>
          <p:nvPr/>
        </p:nvSpPr>
        <p:spPr>
          <a:xfrm>
            <a:off x="2374920" y="623916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2 - Data Link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1" name="CustomShape 7"/>
          <p:cNvSpPr/>
          <p:nvPr/>
        </p:nvSpPr>
        <p:spPr>
          <a:xfrm>
            <a:off x="2370600" y="2072520"/>
            <a:ext cx="228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Layer 7 - 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2" name="CustomShape 8"/>
          <p:cNvSpPr/>
          <p:nvPr/>
        </p:nvSpPr>
        <p:spPr>
          <a:xfrm>
            <a:off x="6213960" y="5267160"/>
            <a:ext cx="450468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 Firmware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63" name="CustomShape 9"/>
          <p:cNvSpPr/>
          <p:nvPr/>
        </p:nvSpPr>
        <p:spPr>
          <a:xfrm>
            <a:off x="5351040" y="6030360"/>
            <a:ext cx="62305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with 2x MII/RGMII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64" name="CustomShape 10"/>
          <p:cNvSpPr/>
          <p:nvPr/>
        </p:nvSpPr>
        <p:spPr>
          <a:xfrm>
            <a:off x="7077960" y="4205880"/>
            <a:ext cx="277596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PRUICSS Driver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65" name="CustomShape 11"/>
          <p:cNvSpPr/>
          <p:nvPr/>
        </p:nvSpPr>
        <p:spPr>
          <a:xfrm>
            <a:off x="5376600" y="3442680"/>
            <a:ext cx="302112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PRP FWHAL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66" name="CustomShape 12"/>
          <p:cNvSpPr/>
          <p:nvPr/>
        </p:nvSpPr>
        <p:spPr>
          <a:xfrm>
            <a:off x="6543720" y="640080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7" name="CustomShape 13"/>
          <p:cNvSpPr/>
          <p:nvPr/>
        </p:nvSpPr>
        <p:spPr>
          <a:xfrm>
            <a:off x="12309480" y="1527840"/>
            <a:ext cx="373680" cy="338328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8" name="CustomShape 14"/>
          <p:cNvSpPr/>
          <p:nvPr/>
        </p:nvSpPr>
        <p:spPr>
          <a:xfrm>
            <a:off x="12316680" y="5033160"/>
            <a:ext cx="366120" cy="15854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c00000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9" name="CustomShape 15"/>
          <p:cNvSpPr/>
          <p:nvPr/>
        </p:nvSpPr>
        <p:spPr>
          <a:xfrm>
            <a:off x="12364200" y="2915640"/>
            <a:ext cx="1887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Processor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0" name="CustomShape 16"/>
          <p:cNvSpPr/>
          <p:nvPr/>
        </p:nvSpPr>
        <p:spPr>
          <a:xfrm>
            <a:off x="12364200" y="5740200"/>
            <a:ext cx="188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PRUICSS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1" name="CustomShape 17"/>
          <p:cNvSpPr/>
          <p:nvPr/>
        </p:nvSpPr>
        <p:spPr>
          <a:xfrm>
            <a:off x="5351040" y="684360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2" name="CustomShape 18"/>
          <p:cNvSpPr/>
          <p:nvPr/>
        </p:nvSpPr>
        <p:spPr>
          <a:xfrm>
            <a:off x="9020160" y="6830280"/>
            <a:ext cx="256104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Ethernet 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3" name="CustomShape 19"/>
          <p:cNvSpPr/>
          <p:nvPr/>
        </p:nvSpPr>
        <p:spPr>
          <a:xfrm>
            <a:off x="10212840" y="6395760"/>
            <a:ext cx="175680" cy="420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4" name="CustomShape 20"/>
          <p:cNvSpPr/>
          <p:nvPr/>
        </p:nvSpPr>
        <p:spPr>
          <a:xfrm>
            <a:off x="8569440" y="3442680"/>
            <a:ext cx="3043800" cy="333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ICSS-EMAC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5" name="CustomShape 21"/>
          <p:cNvSpPr/>
          <p:nvPr/>
        </p:nvSpPr>
        <p:spPr>
          <a:xfrm flipH="1">
            <a:off x="8398080" y="5634000"/>
            <a:ext cx="175680" cy="3402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6" name="CustomShape 22"/>
          <p:cNvSpPr/>
          <p:nvPr/>
        </p:nvSpPr>
        <p:spPr>
          <a:xfrm>
            <a:off x="8404560" y="4573440"/>
            <a:ext cx="163800" cy="6922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7" name="CustomShape 23"/>
          <p:cNvSpPr/>
          <p:nvPr/>
        </p:nvSpPr>
        <p:spPr>
          <a:xfrm>
            <a:off x="11340000" y="382392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8" name="CustomShape 24"/>
          <p:cNvSpPr/>
          <p:nvPr/>
        </p:nvSpPr>
        <p:spPr>
          <a:xfrm>
            <a:off x="8569440" y="2685960"/>
            <a:ext cx="3043800" cy="33300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lwIP Stack (including SNMP)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9" name="CustomShape 25"/>
          <p:cNvSpPr/>
          <p:nvPr/>
        </p:nvSpPr>
        <p:spPr>
          <a:xfrm flipH="1">
            <a:off x="10225080" y="304416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0" name="Line 26"/>
          <p:cNvSpPr/>
          <p:nvPr/>
        </p:nvSpPr>
        <p:spPr>
          <a:xfrm flipV="1">
            <a:off x="5186160" y="4940280"/>
            <a:ext cx="6536520" cy="3240"/>
          </a:xfrm>
          <a:prstGeom prst="line">
            <a:avLst/>
          </a:prstGeom>
          <a:ln cap="rnd" w="25560">
            <a:solidFill>
              <a:srgbClr val="c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1" name="CustomShape 27"/>
          <p:cNvSpPr/>
          <p:nvPr/>
        </p:nvSpPr>
        <p:spPr>
          <a:xfrm flipH="1">
            <a:off x="9019440" y="37933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2" name="CustomShape 28"/>
          <p:cNvSpPr/>
          <p:nvPr/>
        </p:nvSpPr>
        <p:spPr>
          <a:xfrm flipH="1">
            <a:off x="7735680" y="3809520"/>
            <a:ext cx="175680" cy="38412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3" name="CustomShape 29"/>
          <p:cNvSpPr/>
          <p:nvPr/>
        </p:nvSpPr>
        <p:spPr>
          <a:xfrm>
            <a:off x="5416200" y="3841560"/>
            <a:ext cx="175680" cy="21704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4" name="CustomShape 30"/>
          <p:cNvSpPr/>
          <p:nvPr/>
        </p:nvSpPr>
        <p:spPr>
          <a:xfrm>
            <a:off x="6541200" y="38239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5" name="CustomShape 31"/>
          <p:cNvSpPr/>
          <p:nvPr/>
        </p:nvSpPr>
        <p:spPr>
          <a:xfrm>
            <a:off x="10212120" y="3825720"/>
            <a:ext cx="190080" cy="141048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6" name="CustomShape 32"/>
          <p:cNvSpPr/>
          <p:nvPr/>
        </p:nvSpPr>
        <p:spPr>
          <a:xfrm>
            <a:off x="6544800" y="2224440"/>
            <a:ext cx="186480" cy="120636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7" name="CustomShape 33"/>
          <p:cNvSpPr/>
          <p:nvPr/>
        </p:nvSpPr>
        <p:spPr>
          <a:xfrm flipH="1">
            <a:off x="10224000" y="2206800"/>
            <a:ext cx="163080" cy="4464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CustomShape 1"/>
          <p:cNvSpPr/>
          <p:nvPr/>
        </p:nvSpPr>
        <p:spPr>
          <a:xfrm>
            <a:off x="6383880" y="90392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6110E15-2E04-42B4-9122-33D35E7292D5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389" name="CustomShape 2"/>
          <p:cNvSpPr/>
          <p:nvPr/>
        </p:nvSpPr>
        <p:spPr>
          <a:xfrm>
            <a:off x="2286000" y="1455480"/>
            <a:ext cx="9232560" cy="2382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ARM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0" name="CustomShape 3"/>
          <p:cNvSpPr/>
          <p:nvPr/>
        </p:nvSpPr>
        <p:spPr>
          <a:xfrm>
            <a:off x="2362320" y="4288320"/>
            <a:ext cx="9232560" cy="1730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MSRAM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1" name="CustomShape 4"/>
          <p:cNvSpPr/>
          <p:nvPr/>
        </p:nvSpPr>
        <p:spPr>
          <a:xfrm>
            <a:off x="4207320" y="1697040"/>
            <a:ext cx="396360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Profinet 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2" name="CustomShape 5"/>
          <p:cNvSpPr/>
          <p:nvPr/>
        </p:nvSpPr>
        <p:spPr>
          <a:xfrm>
            <a:off x="7933320" y="2779920"/>
            <a:ext cx="3204360" cy="363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lwIP 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3" name="CustomShape 6"/>
          <p:cNvSpPr/>
          <p:nvPr/>
        </p:nvSpPr>
        <p:spPr>
          <a:xfrm>
            <a:off x="4207320" y="4547160"/>
            <a:ext cx="1218240" cy="6382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4" name="CustomShape 7"/>
          <p:cNvSpPr/>
          <p:nvPr/>
        </p:nvSpPr>
        <p:spPr>
          <a:xfrm>
            <a:off x="6070320" y="4547160"/>
            <a:ext cx="1218240" cy="6382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5" name="CustomShape 8"/>
          <p:cNvSpPr/>
          <p:nvPr/>
        </p:nvSpPr>
        <p:spPr>
          <a:xfrm>
            <a:off x="7933320" y="4547160"/>
            <a:ext cx="1218240" cy="6382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6" name="CustomShape 9"/>
          <p:cNvSpPr/>
          <p:nvPr/>
        </p:nvSpPr>
        <p:spPr>
          <a:xfrm>
            <a:off x="9919440" y="4547160"/>
            <a:ext cx="1218240" cy="6382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Priority Queue 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7" name="CustomShape 10"/>
          <p:cNvSpPr/>
          <p:nvPr/>
        </p:nvSpPr>
        <p:spPr>
          <a:xfrm>
            <a:off x="4723560" y="2066400"/>
            <a:ext cx="159840" cy="24746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8" name="CustomShape 11"/>
          <p:cNvSpPr/>
          <p:nvPr/>
        </p:nvSpPr>
        <p:spPr>
          <a:xfrm>
            <a:off x="3821040" y="5281200"/>
            <a:ext cx="2108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LLDP, MRP, PTCP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9" name="CustomShape 12"/>
          <p:cNvSpPr/>
          <p:nvPr/>
        </p:nvSpPr>
        <p:spPr>
          <a:xfrm>
            <a:off x="6099480" y="5287320"/>
            <a:ext cx="139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RTA, DCP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0" name="CustomShape 13"/>
          <p:cNvSpPr/>
          <p:nvPr/>
        </p:nvSpPr>
        <p:spPr>
          <a:xfrm>
            <a:off x="7703640" y="5281200"/>
            <a:ext cx="1677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VLAN Priority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4-7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1" name="CustomShape 14"/>
          <p:cNvSpPr/>
          <p:nvPr/>
        </p:nvSpPr>
        <p:spPr>
          <a:xfrm>
            <a:off x="9596880" y="5281200"/>
            <a:ext cx="1677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VLAN Priority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0-3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2" name="CustomShape 15"/>
          <p:cNvSpPr/>
          <p:nvPr/>
        </p:nvSpPr>
        <p:spPr>
          <a:xfrm>
            <a:off x="6599520" y="2066400"/>
            <a:ext cx="159840" cy="24746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3" name="CustomShape 16"/>
          <p:cNvSpPr/>
          <p:nvPr/>
        </p:nvSpPr>
        <p:spPr>
          <a:xfrm>
            <a:off x="8462520" y="3158280"/>
            <a:ext cx="159840" cy="13597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4" name="CustomShape 17"/>
          <p:cNvSpPr/>
          <p:nvPr/>
        </p:nvSpPr>
        <p:spPr>
          <a:xfrm>
            <a:off x="10448640" y="3179520"/>
            <a:ext cx="159840" cy="13597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5" name="CustomShape 18"/>
          <p:cNvSpPr/>
          <p:nvPr/>
        </p:nvSpPr>
        <p:spPr>
          <a:xfrm>
            <a:off x="7977600" y="2084400"/>
            <a:ext cx="159840" cy="6829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CustomShape 1"/>
          <p:cNvSpPr/>
          <p:nvPr/>
        </p:nvSpPr>
        <p:spPr>
          <a:xfrm>
            <a:off x="5638680" y="762120"/>
            <a:ext cx="4037400" cy="238212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HOST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7" name="CustomShape 2"/>
          <p:cNvSpPr/>
          <p:nvPr/>
        </p:nvSpPr>
        <p:spPr>
          <a:xfrm>
            <a:off x="5820480" y="128016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8" name="CustomShape 3"/>
          <p:cNvSpPr/>
          <p:nvPr/>
        </p:nvSpPr>
        <p:spPr>
          <a:xfrm>
            <a:off x="6296040" y="275292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9" name="CustomShape 4"/>
          <p:cNvSpPr/>
          <p:nvPr/>
        </p:nvSpPr>
        <p:spPr>
          <a:xfrm>
            <a:off x="6202080" y="116604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0" name="CustomShape 5"/>
          <p:cNvSpPr/>
          <p:nvPr/>
        </p:nvSpPr>
        <p:spPr>
          <a:xfrm>
            <a:off x="6814080" y="261396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11" name="CustomShape 6"/>
          <p:cNvSpPr/>
          <p:nvPr/>
        </p:nvSpPr>
        <p:spPr>
          <a:xfrm>
            <a:off x="6583680" y="102780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2" name="CustomShape 7"/>
          <p:cNvSpPr/>
          <p:nvPr/>
        </p:nvSpPr>
        <p:spPr>
          <a:xfrm>
            <a:off x="7195680" y="247572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3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13" name="CustomShape 8"/>
          <p:cNvSpPr/>
          <p:nvPr/>
        </p:nvSpPr>
        <p:spPr>
          <a:xfrm>
            <a:off x="6965280" y="89712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4" name="CustomShape 9"/>
          <p:cNvSpPr/>
          <p:nvPr/>
        </p:nvSpPr>
        <p:spPr>
          <a:xfrm>
            <a:off x="7577280" y="234468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5" name="CustomShape 10"/>
          <p:cNvSpPr/>
          <p:nvPr/>
        </p:nvSpPr>
        <p:spPr>
          <a:xfrm>
            <a:off x="8473680" y="128016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6" name="CustomShape 11"/>
          <p:cNvSpPr/>
          <p:nvPr/>
        </p:nvSpPr>
        <p:spPr>
          <a:xfrm>
            <a:off x="8428680" y="2727720"/>
            <a:ext cx="1070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Collision Queue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17" name="CustomShape 12"/>
          <p:cNvSpPr/>
          <p:nvPr/>
        </p:nvSpPr>
        <p:spPr>
          <a:xfrm>
            <a:off x="3303720" y="3456000"/>
            <a:ext cx="4037400" cy="238212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PORT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18" name="CustomShape 13"/>
          <p:cNvSpPr/>
          <p:nvPr/>
        </p:nvSpPr>
        <p:spPr>
          <a:xfrm>
            <a:off x="3485520" y="397404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9" name="CustomShape 14"/>
          <p:cNvSpPr/>
          <p:nvPr/>
        </p:nvSpPr>
        <p:spPr>
          <a:xfrm>
            <a:off x="3961080" y="544644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0" name="CustomShape 15"/>
          <p:cNvSpPr/>
          <p:nvPr/>
        </p:nvSpPr>
        <p:spPr>
          <a:xfrm>
            <a:off x="3867120" y="385992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1" name="CustomShape 16"/>
          <p:cNvSpPr/>
          <p:nvPr/>
        </p:nvSpPr>
        <p:spPr>
          <a:xfrm>
            <a:off x="4478760" y="530784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22" name="CustomShape 17"/>
          <p:cNvSpPr/>
          <p:nvPr/>
        </p:nvSpPr>
        <p:spPr>
          <a:xfrm>
            <a:off x="4248360" y="372168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3" name="CustomShape 18"/>
          <p:cNvSpPr/>
          <p:nvPr/>
        </p:nvSpPr>
        <p:spPr>
          <a:xfrm>
            <a:off x="4860360" y="516960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3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24" name="CustomShape 19"/>
          <p:cNvSpPr/>
          <p:nvPr/>
        </p:nvSpPr>
        <p:spPr>
          <a:xfrm>
            <a:off x="4629960" y="359100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5" name="CustomShape 20"/>
          <p:cNvSpPr/>
          <p:nvPr/>
        </p:nvSpPr>
        <p:spPr>
          <a:xfrm>
            <a:off x="5241960" y="503856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6" name="CustomShape 21"/>
          <p:cNvSpPr/>
          <p:nvPr/>
        </p:nvSpPr>
        <p:spPr>
          <a:xfrm>
            <a:off x="6138720" y="397404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7" name="CustomShape 22"/>
          <p:cNvSpPr/>
          <p:nvPr/>
        </p:nvSpPr>
        <p:spPr>
          <a:xfrm>
            <a:off x="6093720" y="5421600"/>
            <a:ext cx="1070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Collision Queue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28" name="CustomShape 23"/>
          <p:cNvSpPr/>
          <p:nvPr/>
        </p:nvSpPr>
        <p:spPr>
          <a:xfrm>
            <a:off x="7860240" y="3456000"/>
            <a:ext cx="4037400" cy="238212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PORT 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9" name="CustomShape 24"/>
          <p:cNvSpPr/>
          <p:nvPr/>
        </p:nvSpPr>
        <p:spPr>
          <a:xfrm>
            <a:off x="8042040" y="397404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0" name="CustomShape 25"/>
          <p:cNvSpPr/>
          <p:nvPr/>
        </p:nvSpPr>
        <p:spPr>
          <a:xfrm>
            <a:off x="8517600" y="544644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1" name="CustomShape 26"/>
          <p:cNvSpPr/>
          <p:nvPr/>
        </p:nvSpPr>
        <p:spPr>
          <a:xfrm>
            <a:off x="8423280" y="385992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2" name="CustomShape 27"/>
          <p:cNvSpPr/>
          <p:nvPr/>
        </p:nvSpPr>
        <p:spPr>
          <a:xfrm>
            <a:off x="9035280" y="530784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33" name="CustomShape 28"/>
          <p:cNvSpPr/>
          <p:nvPr/>
        </p:nvSpPr>
        <p:spPr>
          <a:xfrm>
            <a:off x="8804880" y="372168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4" name="CustomShape 29"/>
          <p:cNvSpPr/>
          <p:nvPr/>
        </p:nvSpPr>
        <p:spPr>
          <a:xfrm>
            <a:off x="9416880" y="5169600"/>
            <a:ext cx="6649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3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35" name="CustomShape 30"/>
          <p:cNvSpPr/>
          <p:nvPr/>
        </p:nvSpPr>
        <p:spPr>
          <a:xfrm>
            <a:off x="9186480" y="359100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6" name="CustomShape 31"/>
          <p:cNvSpPr/>
          <p:nvPr/>
        </p:nvSpPr>
        <p:spPr>
          <a:xfrm>
            <a:off x="9798480" y="5038560"/>
            <a:ext cx="664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Queue 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7" name="CustomShape 32"/>
          <p:cNvSpPr/>
          <p:nvPr/>
        </p:nvSpPr>
        <p:spPr>
          <a:xfrm>
            <a:off x="10694880" y="3974040"/>
            <a:ext cx="989640" cy="1446840"/>
          </a:xfrm>
          <a:prstGeom prst="rect">
            <a:avLst/>
          </a:prstGeom>
          <a:solidFill>
            <a:schemeClr val="bg1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8" name="CustomShape 33"/>
          <p:cNvSpPr/>
          <p:nvPr/>
        </p:nvSpPr>
        <p:spPr>
          <a:xfrm>
            <a:off x="10649880" y="5421600"/>
            <a:ext cx="1070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c00000"/>
                </a:solidFill>
                <a:latin typeface="Arial"/>
                <a:ea typeface="DejaVu Sans"/>
              </a:rPr>
              <a:t>Collision Queue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9" name="Group 1"/>
          <p:cNvGrpSpPr/>
          <p:nvPr/>
        </p:nvGrpSpPr>
        <p:grpSpPr>
          <a:xfrm>
            <a:off x="6863040" y="2081160"/>
            <a:ext cx="5703840" cy="941760"/>
            <a:chOff x="6863040" y="2081160"/>
            <a:chExt cx="5703840" cy="941760"/>
          </a:xfrm>
        </p:grpSpPr>
        <p:sp>
          <p:nvSpPr>
            <p:cNvPr id="1440" name="CustomShape 2"/>
            <p:cNvSpPr/>
            <p:nvPr/>
          </p:nvSpPr>
          <p:spPr>
            <a:xfrm>
              <a:off x="6863040" y="2081160"/>
              <a:ext cx="1500120" cy="94176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73440" rIns="45720" tIns="73440" bIns="73080" anchor="ctr">
              <a:noAutofit/>
            </a:bodyPr>
            <a:p>
              <a:pPr algn="ctr">
                <a:lnSpc>
                  <a:spcPct val="90000"/>
                </a:lnSpc>
                <a:spcAft>
                  <a:spcPts val="420"/>
                </a:spcAft>
                <a:buNone/>
              </a:pPr>
              <a:r>
                <a:rPr b="0" lang="en-IN" sz="12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MII/RGMII picks up the data and copies it to L2 FIFO and sends a signal to firmware</a:t>
              </a:r>
              <a:endParaRPr b="0" lang="en-IN" sz="1200" spc="-1" strike="noStrike">
                <a:latin typeface="Arial"/>
              </a:endParaRPr>
            </a:p>
          </p:txBody>
        </p:sp>
        <p:sp>
          <p:nvSpPr>
            <p:cNvPr id="1441" name="CustomShape 3"/>
            <p:cNvSpPr/>
            <p:nvPr/>
          </p:nvSpPr>
          <p:spPr>
            <a:xfrm>
              <a:off x="8514360" y="2366640"/>
              <a:ext cx="317160" cy="3711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2" name="CustomShape 4"/>
            <p:cNvSpPr/>
            <p:nvPr/>
          </p:nvSpPr>
          <p:spPr>
            <a:xfrm>
              <a:off x="8964720" y="2081160"/>
              <a:ext cx="1500120" cy="94176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73440" rIns="45720" tIns="73440" bIns="73080" anchor="ctr">
              <a:noAutofit/>
            </a:bodyPr>
            <a:p>
              <a:pPr algn="ctr">
                <a:lnSpc>
                  <a:spcPct val="90000"/>
                </a:lnSpc>
                <a:spcAft>
                  <a:spcPts val="420"/>
                </a:spcAft>
                <a:buNone/>
              </a:pPr>
              <a:r>
                <a:rPr b="0" lang="en-IN" sz="12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Firmware copies the data to queue buffers (MSRAM) and signals host through an interrupt</a:t>
              </a:r>
              <a:endParaRPr b="0" lang="en-IN" sz="1200" spc="-1" strike="noStrike">
                <a:latin typeface="Arial"/>
              </a:endParaRPr>
            </a:p>
          </p:txBody>
        </p:sp>
        <p:sp>
          <p:nvSpPr>
            <p:cNvPr id="1443" name="CustomShape 5"/>
            <p:cNvSpPr/>
            <p:nvPr/>
          </p:nvSpPr>
          <p:spPr>
            <a:xfrm>
              <a:off x="10616400" y="2366640"/>
              <a:ext cx="317160" cy="37116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4" name="CustomShape 6"/>
            <p:cNvSpPr/>
            <p:nvPr/>
          </p:nvSpPr>
          <p:spPr>
            <a:xfrm>
              <a:off x="11066760" y="2081160"/>
              <a:ext cx="1500120" cy="94176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73440" rIns="45720" tIns="73440" bIns="73080" anchor="ctr">
              <a:noAutofit/>
            </a:bodyPr>
            <a:p>
              <a:pPr algn="ctr">
                <a:lnSpc>
                  <a:spcPct val="90000"/>
                </a:lnSpc>
                <a:spcAft>
                  <a:spcPts val="420"/>
                </a:spcAft>
                <a:buNone/>
              </a:pPr>
              <a:r>
                <a:rPr b="0" lang="en-IN" sz="12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Host services the interrupt and copies the data from MSRAM to application buffers</a:t>
              </a:r>
              <a:endParaRPr b="0" lang="en-IN" sz="1200" spc="-1" strike="noStrike">
                <a:latin typeface="Arial"/>
              </a:endParaRPr>
            </a:p>
          </p:txBody>
        </p:sp>
      </p:grpSp>
      <p:grpSp>
        <p:nvGrpSpPr>
          <p:cNvPr id="1445" name="Group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446" name="Group 8"/>
          <p:cNvGrpSpPr/>
          <p:nvPr/>
        </p:nvGrpSpPr>
        <p:grpSpPr>
          <a:xfrm>
            <a:off x="6860520" y="5102280"/>
            <a:ext cx="5829120" cy="829440"/>
            <a:chOff x="6860520" y="5102280"/>
            <a:chExt cx="5829120" cy="829440"/>
          </a:xfrm>
        </p:grpSpPr>
        <p:sp>
          <p:nvSpPr>
            <p:cNvPr id="1447" name="CustomShape 9"/>
            <p:cNvSpPr/>
            <p:nvPr/>
          </p:nvSpPr>
          <p:spPr>
            <a:xfrm>
              <a:off x="6860520" y="5102280"/>
              <a:ext cx="1119960" cy="82944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58680" rIns="34200" tIns="58680" bIns="58320" anchor="ctr">
              <a:noAutofit/>
            </a:bodyPr>
            <a:p>
              <a:pPr algn="ctr">
                <a:lnSpc>
                  <a:spcPct val="90000"/>
                </a:lnSpc>
                <a:spcAft>
                  <a:spcPts val="315"/>
                </a:spcAft>
                <a:buNone/>
              </a:pPr>
              <a:r>
                <a:rPr b="0" lang="en-IN" sz="9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Application creates the packet</a:t>
              </a:r>
              <a:endParaRPr b="0" lang="en-IN" sz="900" spc="-1" strike="noStrike">
                <a:latin typeface="Arial"/>
              </a:endParaRPr>
            </a:p>
          </p:txBody>
        </p:sp>
        <p:sp>
          <p:nvSpPr>
            <p:cNvPr id="1448" name="CustomShape 10"/>
            <p:cNvSpPr/>
            <p:nvPr/>
          </p:nvSpPr>
          <p:spPr>
            <a:xfrm>
              <a:off x="8093880" y="5378760"/>
              <a:ext cx="236520" cy="27684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9" name="CustomShape 11"/>
            <p:cNvSpPr/>
            <p:nvPr/>
          </p:nvSpPr>
          <p:spPr>
            <a:xfrm>
              <a:off x="8430120" y="5102280"/>
              <a:ext cx="1119960" cy="82944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58680" rIns="34200" tIns="58680" bIns="58320" anchor="ctr">
              <a:noAutofit/>
            </a:bodyPr>
            <a:p>
              <a:pPr algn="ctr">
                <a:lnSpc>
                  <a:spcPct val="90000"/>
                </a:lnSpc>
                <a:spcAft>
                  <a:spcPts val="315"/>
                </a:spcAft>
                <a:buNone/>
              </a:pPr>
              <a:r>
                <a:rPr b="0" lang="en-IN" sz="9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Host copies the data to queue buffers (MSRAM) from application buffers and signals PRU to pick it up</a:t>
              </a:r>
              <a:endParaRPr b="0" lang="en-IN" sz="900" spc="-1" strike="noStrike">
                <a:latin typeface="Arial"/>
              </a:endParaRPr>
            </a:p>
          </p:txBody>
        </p:sp>
        <p:sp>
          <p:nvSpPr>
            <p:cNvPr id="1450" name="CustomShape 12"/>
            <p:cNvSpPr/>
            <p:nvPr/>
          </p:nvSpPr>
          <p:spPr>
            <a:xfrm>
              <a:off x="9663480" y="5378760"/>
              <a:ext cx="236520" cy="27684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1" name="CustomShape 13"/>
            <p:cNvSpPr/>
            <p:nvPr/>
          </p:nvSpPr>
          <p:spPr>
            <a:xfrm>
              <a:off x="10000080" y="5102280"/>
              <a:ext cx="1119960" cy="82944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58680" rIns="34200" tIns="58680" bIns="58320" anchor="ctr">
              <a:noAutofit/>
            </a:bodyPr>
            <a:p>
              <a:pPr algn="ctr">
                <a:lnSpc>
                  <a:spcPct val="90000"/>
                </a:lnSpc>
                <a:spcAft>
                  <a:spcPts val="315"/>
                </a:spcAft>
                <a:buNone/>
              </a:pPr>
              <a:r>
                <a:rPr b="0" lang="en-IN" sz="9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Firmware picks up the data and puts it in Tx FIFO</a:t>
              </a:r>
              <a:endParaRPr b="0" lang="en-IN" sz="900" spc="-1" strike="noStrike">
                <a:latin typeface="Arial"/>
              </a:endParaRPr>
            </a:p>
          </p:txBody>
        </p:sp>
        <p:sp>
          <p:nvSpPr>
            <p:cNvPr id="1452" name="CustomShape 14"/>
            <p:cNvSpPr/>
            <p:nvPr/>
          </p:nvSpPr>
          <p:spPr>
            <a:xfrm>
              <a:off x="11233440" y="5378760"/>
              <a:ext cx="236520" cy="27684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3" name="CustomShape 15"/>
            <p:cNvSpPr/>
            <p:nvPr/>
          </p:nvSpPr>
          <p:spPr>
            <a:xfrm>
              <a:off x="11569680" y="5102280"/>
              <a:ext cx="1119960" cy="82944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58680" rIns="34200" tIns="58680" bIns="58320" anchor="ctr">
              <a:noAutofit/>
            </a:bodyPr>
            <a:p>
              <a:pPr algn="ctr">
                <a:lnSpc>
                  <a:spcPct val="90000"/>
                </a:lnSpc>
                <a:spcAft>
                  <a:spcPts val="315"/>
                </a:spcAft>
                <a:buNone/>
              </a:pPr>
              <a:r>
                <a:rPr b="0" lang="en-IN" sz="900" spc="-1" strike="noStrike">
                  <a:solidFill>
                    <a:srgbClr val="0d0d0d"/>
                  </a:solidFill>
                  <a:latin typeface="Arial"/>
                  <a:ea typeface="DejaVu Sans"/>
                </a:rPr>
                <a:t>MII/RGMII picks up the data and sends it on the wire</a:t>
              </a:r>
              <a:endParaRPr b="0" lang="en-IN" sz="900" spc="-1" strike="noStrike">
                <a:latin typeface="Arial"/>
              </a:endParaRPr>
            </a:p>
          </p:txBody>
        </p:sp>
      </p:grpSp>
      <p:grpSp>
        <p:nvGrpSpPr>
          <p:cNvPr id="1454" name="Group 1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55" name="CustomShape 17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ICSS EMAC RX/TX Data Path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56" name="CustomShape 18"/>
          <p:cNvSpPr/>
          <p:nvPr/>
        </p:nvSpPr>
        <p:spPr>
          <a:xfrm>
            <a:off x="914400" y="2390040"/>
            <a:ext cx="243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RX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7" name="CustomShape 19"/>
          <p:cNvSpPr/>
          <p:nvPr/>
        </p:nvSpPr>
        <p:spPr>
          <a:xfrm>
            <a:off x="1066680" y="5517720"/>
            <a:ext cx="243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c00000"/>
                </a:solidFill>
                <a:latin typeface="Arial"/>
                <a:ea typeface="DejaVu Sans"/>
              </a:rPr>
              <a:t>TX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CustomShape 1"/>
          <p:cNvSpPr/>
          <p:nvPr/>
        </p:nvSpPr>
        <p:spPr>
          <a:xfrm>
            <a:off x="533520" y="11736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ICSS EMAC Storm Prevention Architecture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59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84CFE53-59D9-445A-978D-1A3D50C595CF}" type="slidenum"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800" spc="-1" strike="noStrike">
              <a:latin typeface="Arial"/>
            </a:endParaRPr>
          </a:p>
        </p:txBody>
      </p:sp>
      <p:sp>
        <p:nvSpPr>
          <p:cNvPr id="1460" name="CustomShape 3"/>
          <p:cNvSpPr/>
          <p:nvPr/>
        </p:nvSpPr>
        <p:spPr>
          <a:xfrm>
            <a:off x="5867280" y="1097280"/>
            <a:ext cx="2665800" cy="1172160"/>
          </a:xfrm>
          <a:prstGeom prst="ellipse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Broadcast/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Multicast Packet Received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1" name="CustomShape 4"/>
          <p:cNvSpPr/>
          <p:nvPr/>
        </p:nvSpPr>
        <p:spPr>
          <a:xfrm>
            <a:off x="9677520" y="2831040"/>
            <a:ext cx="2665800" cy="1172160"/>
          </a:xfrm>
          <a:prstGeom prst="ellipse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Storm Prevention Credits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2" name="CustomShape 5"/>
          <p:cNvSpPr/>
          <p:nvPr/>
        </p:nvSpPr>
        <p:spPr>
          <a:xfrm>
            <a:off x="2057400" y="2831040"/>
            <a:ext cx="2665800" cy="1172160"/>
          </a:xfrm>
          <a:prstGeom prst="ellipse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Drop Packet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3" name="CustomShape 6"/>
          <p:cNvSpPr/>
          <p:nvPr/>
        </p:nvSpPr>
        <p:spPr>
          <a:xfrm>
            <a:off x="5867280" y="4564440"/>
            <a:ext cx="2665800" cy="1172160"/>
          </a:xfrm>
          <a:prstGeom prst="ellipse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Decrement Credits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4" name="CustomShape 7"/>
          <p:cNvSpPr/>
          <p:nvPr/>
        </p:nvSpPr>
        <p:spPr>
          <a:xfrm>
            <a:off x="5867280" y="6335280"/>
            <a:ext cx="2665800" cy="1172160"/>
          </a:xfrm>
          <a:prstGeom prst="ellipse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Allow packet to pass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5" name="CustomShape 8"/>
          <p:cNvSpPr/>
          <p:nvPr/>
        </p:nvSpPr>
        <p:spPr>
          <a:xfrm>
            <a:off x="5867280" y="2838240"/>
            <a:ext cx="2665800" cy="1157400"/>
          </a:xfrm>
          <a:prstGeom prst="flowChartDecision">
            <a:avLst/>
          </a:prstGeom>
          <a:solidFill>
            <a:srgbClr val="a4a4a4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Check Credit Value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6" name="CustomShape 9"/>
          <p:cNvSpPr/>
          <p:nvPr/>
        </p:nvSpPr>
        <p:spPr>
          <a:xfrm>
            <a:off x="7201080" y="2270880"/>
            <a:ext cx="3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7" name="CustomShape 10"/>
          <p:cNvSpPr/>
          <p:nvPr/>
        </p:nvSpPr>
        <p:spPr>
          <a:xfrm>
            <a:off x="7201080" y="4004280"/>
            <a:ext cx="360" cy="566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8" name="CustomShape 11"/>
          <p:cNvSpPr/>
          <p:nvPr/>
        </p:nvSpPr>
        <p:spPr>
          <a:xfrm>
            <a:off x="7201080" y="5738040"/>
            <a:ext cx="360" cy="596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9" name="CustomShape 12"/>
          <p:cNvSpPr/>
          <p:nvPr/>
        </p:nvSpPr>
        <p:spPr>
          <a:xfrm>
            <a:off x="8534520" y="3417480"/>
            <a:ext cx="1141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0" name="CustomShape 13"/>
          <p:cNvSpPr/>
          <p:nvPr/>
        </p:nvSpPr>
        <p:spPr>
          <a:xfrm flipH="1">
            <a:off x="4723560" y="3417480"/>
            <a:ext cx="1141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1" name="CustomShape 14"/>
          <p:cNvSpPr/>
          <p:nvPr/>
        </p:nvSpPr>
        <p:spPr>
          <a:xfrm flipH="1" rot="5400000">
            <a:off x="10423440" y="3418920"/>
            <a:ext cx="1172160" cy="11520"/>
          </a:xfrm>
          <a:prstGeom prst="curvedConnector5">
            <a:avLst>
              <a:gd name="adj1" fmla="val -69906"/>
              <a:gd name="adj2" fmla="val -12476472"/>
              <a:gd name="adj3" fmla="val 179074"/>
            </a:avLst>
          </a:prstGeom>
          <a:noFill/>
          <a:ln w="63360">
            <a:solidFill>
              <a:srgbClr val="c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2" name="CustomShape 15"/>
          <p:cNvSpPr/>
          <p:nvPr/>
        </p:nvSpPr>
        <p:spPr>
          <a:xfrm>
            <a:off x="5843880" y="2652480"/>
            <a:ext cx="106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On PRU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3" name="CustomShape 16"/>
          <p:cNvSpPr/>
          <p:nvPr/>
        </p:nvSpPr>
        <p:spPr>
          <a:xfrm>
            <a:off x="4755240" y="3529800"/>
            <a:ext cx="129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Credits =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4" name="CustomShape 17"/>
          <p:cNvSpPr/>
          <p:nvPr/>
        </p:nvSpPr>
        <p:spPr>
          <a:xfrm>
            <a:off x="7287840" y="4079160"/>
            <a:ext cx="1806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Credit Value &gt;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5" name="CustomShape 18"/>
          <p:cNvSpPr/>
          <p:nvPr/>
        </p:nvSpPr>
        <p:spPr>
          <a:xfrm>
            <a:off x="10378800" y="4966560"/>
            <a:ext cx="260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Reset value with default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6" name="CustomShape 19"/>
          <p:cNvSpPr/>
          <p:nvPr/>
        </p:nvSpPr>
        <p:spPr>
          <a:xfrm>
            <a:off x="11139840" y="2490120"/>
            <a:ext cx="144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On ARM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C49CBDAF-3E73-4B6C-A0A5-3AC269648CD6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1478" name="Graphic 5" descr=""/>
          <p:cNvPicPr/>
          <p:nvPr/>
        </p:nvPicPr>
        <p:blipFill>
          <a:blip r:embed="rId1"/>
          <a:stretch/>
        </p:blipFill>
        <p:spPr>
          <a:xfrm>
            <a:off x="6172200" y="2590920"/>
            <a:ext cx="913320" cy="913320"/>
          </a:xfrm>
          <a:prstGeom prst="rect">
            <a:avLst/>
          </a:prstGeom>
          <a:ln w="0">
            <a:noFill/>
          </a:ln>
        </p:spPr>
      </p:pic>
      <p:pic>
        <p:nvPicPr>
          <p:cNvPr id="1479" name="Graphic 7" descr=""/>
          <p:cNvPicPr/>
          <p:nvPr/>
        </p:nvPicPr>
        <p:blipFill>
          <a:blip r:embed="rId2"/>
          <a:stretch/>
        </p:blipFill>
        <p:spPr>
          <a:xfrm>
            <a:off x="4343400" y="1676520"/>
            <a:ext cx="913320" cy="913320"/>
          </a:xfrm>
          <a:prstGeom prst="rect">
            <a:avLst/>
          </a:prstGeom>
          <a:ln w="0">
            <a:noFill/>
          </a:ln>
        </p:spPr>
      </p:pic>
      <p:pic>
        <p:nvPicPr>
          <p:cNvPr id="1480" name="Graphic 9" descr=""/>
          <p:cNvPicPr/>
          <p:nvPr/>
        </p:nvPicPr>
        <p:blipFill>
          <a:blip r:embed="rId3"/>
          <a:stretch/>
        </p:blipFill>
        <p:spPr>
          <a:xfrm>
            <a:off x="2057400" y="2590920"/>
            <a:ext cx="913320" cy="913320"/>
          </a:xfrm>
          <a:prstGeom prst="rect">
            <a:avLst/>
          </a:prstGeom>
          <a:ln w="0">
            <a:noFill/>
          </a:ln>
        </p:spPr>
      </p:pic>
      <p:sp>
        <p:nvSpPr>
          <p:cNvPr id="1481" name="CustomShape 2"/>
          <p:cNvSpPr/>
          <p:nvPr/>
        </p:nvSpPr>
        <p:spPr>
          <a:xfrm flipH="1" flipV="1" rot="5400000">
            <a:off x="3200040" y="1445760"/>
            <a:ext cx="456120" cy="1827720"/>
          </a:xfrm>
          <a:prstGeom prst="bentConnector2">
            <a:avLst/>
          </a:prstGeom>
          <a:noFill/>
          <a:ln w="7632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2" name="CustomShape 3"/>
          <p:cNvSpPr/>
          <p:nvPr/>
        </p:nvSpPr>
        <p:spPr>
          <a:xfrm flipV="1" rot="16200000">
            <a:off x="5716080" y="1675080"/>
            <a:ext cx="456120" cy="1370520"/>
          </a:xfrm>
          <a:prstGeom prst="bentConnector2">
            <a:avLst/>
          </a:prstGeom>
          <a:noFill/>
          <a:ln w="7632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3" name="CustomShape 4"/>
          <p:cNvSpPr/>
          <p:nvPr/>
        </p:nvSpPr>
        <p:spPr>
          <a:xfrm>
            <a:off x="1695240" y="3519000"/>
            <a:ext cx="1637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EVM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192.168.1.100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4" name="CustomShape 5"/>
          <p:cNvSpPr/>
          <p:nvPr/>
        </p:nvSpPr>
        <p:spPr>
          <a:xfrm>
            <a:off x="5810040" y="3522240"/>
            <a:ext cx="1637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HOST PC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192.168.1.101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5" name="CustomShape 6"/>
          <p:cNvSpPr/>
          <p:nvPr/>
        </p:nvSpPr>
        <p:spPr>
          <a:xfrm>
            <a:off x="3850200" y="2590920"/>
            <a:ext cx="1821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ROUTER with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DHCP SERVER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192.168.1.1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AA0309E-0242-4F0B-A829-4BFAF30565D0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pic>
        <p:nvPicPr>
          <p:cNvPr id="1487" name="Picture 4" descr=""/>
          <p:cNvPicPr/>
          <p:nvPr/>
        </p:nvPicPr>
        <p:blipFill>
          <a:blip r:embed="rId1"/>
          <a:stretch/>
        </p:blipFill>
        <p:spPr>
          <a:xfrm>
            <a:off x="1752480" y="148680"/>
            <a:ext cx="9585720" cy="6652080"/>
          </a:xfrm>
          <a:prstGeom prst="rect">
            <a:avLst/>
          </a:prstGeom>
          <a:ln w="0">
            <a:noFill/>
          </a:ln>
        </p:spPr>
      </p:pic>
      <p:sp>
        <p:nvSpPr>
          <p:cNvPr id="1488" name="CustomShape 2"/>
          <p:cNvSpPr/>
          <p:nvPr/>
        </p:nvSpPr>
        <p:spPr>
          <a:xfrm>
            <a:off x="7162920" y="4114800"/>
            <a:ext cx="4175640" cy="379800"/>
          </a:xfrm>
          <a:prstGeom prst="rect">
            <a:avLst/>
          </a:prstGeom>
          <a:noFill/>
          <a:ln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9" name="CustomShape 3"/>
          <p:cNvSpPr/>
          <p:nvPr/>
        </p:nvSpPr>
        <p:spPr>
          <a:xfrm>
            <a:off x="2057400" y="4648320"/>
            <a:ext cx="2132640" cy="303840"/>
          </a:xfrm>
          <a:prstGeom prst="rect">
            <a:avLst/>
          </a:prstGeom>
          <a:noFill/>
          <a:ln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0" name="CustomShape 4"/>
          <p:cNvSpPr/>
          <p:nvPr/>
        </p:nvSpPr>
        <p:spPr>
          <a:xfrm>
            <a:off x="2133720" y="6324480"/>
            <a:ext cx="2132640" cy="303840"/>
          </a:xfrm>
          <a:prstGeom prst="rect">
            <a:avLst/>
          </a:prstGeom>
          <a:noFill/>
          <a:ln>
            <a:solidFill>
              <a:srgbClr val="de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3E88B869-B138-4706-A673-834B9D270014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492" name="CustomShape 2"/>
          <p:cNvSpPr/>
          <p:nvPr/>
        </p:nvSpPr>
        <p:spPr>
          <a:xfrm>
            <a:off x="1676520" y="2819520"/>
            <a:ext cx="1218240" cy="6084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3" name="Line 3"/>
          <p:cNvSpPr/>
          <p:nvPr/>
        </p:nvSpPr>
        <p:spPr>
          <a:xfrm>
            <a:off x="2895480" y="3124080"/>
            <a:ext cx="609480" cy="36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4" name="Line 4"/>
          <p:cNvSpPr/>
          <p:nvPr/>
        </p:nvSpPr>
        <p:spPr>
          <a:xfrm>
            <a:off x="3504960" y="1904760"/>
            <a:ext cx="360" cy="243864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5" name="CustomShape 5"/>
          <p:cNvSpPr/>
          <p:nvPr/>
        </p:nvSpPr>
        <p:spPr>
          <a:xfrm>
            <a:off x="4419720" y="1828800"/>
            <a:ext cx="1187640" cy="10656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6" name="CustomShape 6"/>
          <p:cNvSpPr/>
          <p:nvPr/>
        </p:nvSpPr>
        <p:spPr>
          <a:xfrm>
            <a:off x="4419720" y="3352680"/>
            <a:ext cx="1187640" cy="10656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7" name="CustomShape 7"/>
          <p:cNvSpPr/>
          <p:nvPr/>
        </p:nvSpPr>
        <p:spPr>
          <a:xfrm>
            <a:off x="2837520" y="2854440"/>
            <a:ext cx="72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 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98" name="CustomShape 8"/>
          <p:cNvSpPr/>
          <p:nvPr/>
        </p:nvSpPr>
        <p:spPr>
          <a:xfrm>
            <a:off x="3593880" y="16452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99" name="CustomShape 9"/>
          <p:cNvSpPr/>
          <p:nvPr/>
        </p:nvSpPr>
        <p:spPr>
          <a:xfrm>
            <a:off x="3593880" y="21096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0" name="CustomShape 10"/>
          <p:cNvSpPr/>
          <p:nvPr/>
        </p:nvSpPr>
        <p:spPr>
          <a:xfrm>
            <a:off x="3606480" y="254592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1" name="CustomShape 11"/>
          <p:cNvSpPr/>
          <p:nvPr/>
        </p:nvSpPr>
        <p:spPr>
          <a:xfrm>
            <a:off x="3603960" y="406224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2" name="CustomShape 12"/>
          <p:cNvSpPr/>
          <p:nvPr/>
        </p:nvSpPr>
        <p:spPr>
          <a:xfrm>
            <a:off x="3605040" y="36252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3" name="CustomShape 13"/>
          <p:cNvSpPr/>
          <p:nvPr/>
        </p:nvSpPr>
        <p:spPr>
          <a:xfrm>
            <a:off x="3604680" y="316224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4" name="CustomShape 14"/>
          <p:cNvSpPr/>
          <p:nvPr/>
        </p:nvSpPr>
        <p:spPr>
          <a:xfrm>
            <a:off x="5608440" y="19051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5" name="CustomShape 15"/>
          <p:cNvSpPr/>
          <p:nvPr/>
        </p:nvSpPr>
        <p:spPr>
          <a:xfrm>
            <a:off x="5608440" y="23623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6" name="CustomShape 16"/>
          <p:cNvSpPr/>
          <p:nvPr/>
        </p:nvSpPr>
        <p:spPr>
          <a:xfrm>
            <a:off x="5608440" y="28195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7" name="CustomShape 17"/>
          <p:cNvSpPr/>
          <p:nvPr/>
        </p:nvSpPr>
        <p:spPr>
          <a:xfrm>
            <a:off x="5617800" y="434340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8" name="CustomShape 18"/>
          <p:cNvSpPr/>
          <p:nvPr/>
        </p:nvSpPr>
        <p:spPr>
          <a:xfrm>
            <a:off x="5617800" y="388620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9" name="CustomShape 19"/>
          <p:cNvSpPr/>
          <p:nvPr/>
        </p:nvSpPr>
        <p:spPr>
          <a:xfrm>
            <a:off x="5608440" y="342900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0" name="CustomShape 20"/>
          <p:cNvSpPr/>
          <p:nvPr/>
        </p:nvSpPr>
        <p:spPr>
          <a:xfrm>
            <a:off x="6181920" y="177444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1" name="CustomShape 21"/>
          <p:cNvSpPr/>
          <p:nvPr/>
        </p:nvSpPr>
        <p:spPr>
          <a:xfrm>
            <a:off x="6172200" y="220680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2" name="CustomShape 22"/>
          <p:cNvSpPr/>
          <p:nvPr/>
        </p:nvSpPr>
        <p:spPr>
          <a:xfrm>
            <a:off x="6181920" y="264780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3" name="CustomShape 23"/>
          <p:cNvSpPr/>
          <p:nvPr/>
        </p:nvSpPr>
        <p:spPr>
          <a:xfrm>
            <a:off x="6181920" y="325872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4" name="CustomShape 24"/>
          <p:cNvSpPr/>
          <p:nvPr/>
        </p:nvSpPr>
        <p:spPr>
          <a:xfrm>
            <a:off x="6201360" y="373248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5" name="CustomShape 25"/>
          <p:cNvSpPr/>
          <p:nvPr/>
        </p:nvSpPr>
        <p:spPr>
          <a:xfrm>
            <a:off x="6201360" y="418248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6" name="CustomShape 26"/>
          <p:cNvSpPr/>
          <p:nvPr/>
        </p:nvSpPr>
        <p:spPr>
          <a:xfrm>
            <a:off x="3505320" y="190512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7" name="CustomShape 27"/>
          <p:cNvSpPr/>
          <p:nvPr/>
        </p:nvSpPr>
        <p:spPr>
          <a:xfrm>
            <a:off x="3505320" y="236088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8" name="CustomShape 28"/>
          <p:cNvSpPr/>
          <p:nvPr/>
        </p:nvSpPr>
        <p:spPr>
          <a:xfrm>
            <a:off x="3505320" y="28116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9" name="CustomShape 29"/>
          <p:cNvSpPr/>
          <p:nvPr/>
        </p:nvSpPr>
        <p:spPr>
          <a:xfrm>
            <a:off x="3505320" y="34290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0" name="CustomShape 30"/>
          <p:cNvSpPr/>
          <p:nvPr/>
        </p:nvSpPr>
        <p:spPr>
          <a:xfrm>
            <a:off x="3505320" y="38862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1" name="CustomShape 31"/>
          <p:cNvSpPr/>
          <p:nvPr/>
        </p:nvSpPr>
        <p:spPr>
          <a:xfrm>
            <a:off x="3505320" y="43434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2" name="CustomShape 32"/>
          <p:cNvSpPr/>
          <p:nvPr/>
        </p:nvSpPr>
        <p:spPr>
          <a:xfrm>
            <a:off x="3220560" y="481680"/>
            <a:ext cx="48999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AM263 -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ADC Multiple SOC EPWM </a:t>
            </a: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Example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A3FD7586-DDBB-4441-B030-71A454456F27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524" name="CustomShape 2"/>
          <p:cNvSpPr/>
          <p:nvPr/>
        </p:nvSpPr>
        <p:spPr>
          <a:xfrm>
            <a:off x="1676520" y="2819520"/>
            <a:ext cx="1218240" cy="6084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5" name="Line 3"/>
          <p:cNvSpPr/>
          <p:nvPr/>
        </p:nvSpPr>
        <p:spPr>
          <a:xfrm>
            <a:off x="2895480" y="3099960"/>
            <a:ext cx="609480" cy="36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6" name="Line 4"/>
          <p:cNvSpPr/>
          <p:nvPr/>
        </p:nvSpPr>
        <p:spPr>
          <a:xfrm>
            <a:off x="3504960" y="1904760"/>
            <a:ext cx="360" cy="243864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7" name="CustomShape 5"/>
          <p:cNvSpPr/>
          <p:nvPr/>
        </p:nvSpPr>
        <p:spPr>
          <a:xfrm>
            <a:off x="4419720" y="1828800"/>
            <a:ext cx="1187640" cy="25135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8" name="CustomShape 6"/>
          <p:cNvSpPr/>
          <p:nvPr/>
        </p:nvSpPr>
        <p:spPr>
          <a:xfrm>
            <a:off x="2855880" y="2773080"/>
            <a:ext cx="72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 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29" name="CustomShape 7"/>
          <p:cNvSpPr/>
          <p:nvPr/>
        </p:nvSpPr>
        <p:spPr>
          <a:xfrm>
            <a:off x="3593880" y="16452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0" name="CustomShape 8"/>
          <p:cNvSpPr/>
          <p:nvPr/>
        </p:nvSpPr>
        <p:spPr>
          <a:xfrm>
            <a:off x="3593880" y="21096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1" name="CustomShape 9"/>
          <p:cNvSpPr/>
          <p:nvPr/>
        </p:nvSpPr>
        <p:spPr>
          <a:xfrm>
            <a:off x="3584880" y="2839320"/>
            <a:ext cx="81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2" name="CustomShape 10"/>
          <p:cNvSpPr/>
          <p:nvPr/>
        </p:nvSpPr>
        <p:spPr>
          <a:xfrm>
            <a:off x="5608440" y="19051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3" name="CustomShape 11"/>
          <p:cNvSpPr/>
          <p:nvPr/>
        </p:nvSpPr>
        <p:spPr>
          <a:xfrm>
            <a:off x="5608440" y="23623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4" name="CustomShape 12"/>
          <p:cNvSpPr/>
          <p:nvPr/>
        </p:nvSpPr>
        <p:spPr>
          <a:xfrm>
            <a:off x="5598720" y="36655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5" name="CustomShape 13"/>
          <p:cNvSpPr/>
          <p:nvPr/>
        </p:nvSpPr>
        <p:spPr>
          <a:xfrm>
            <a:off x="6181920" y="177444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6" name="CustomShape 14"/>
          <p:cNvSpPr/>
          <p:nvPr/>
        </p:nvSpPr>
        <p:spPr>
          <a:xfrm>
            <a:off x="6172200" y="220680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7" name="CustomShape 15"/>
          <p:cNvSpPr/>
          <p:nvPr/>
        </p:nvSpPr>
        <p:spPr>
          <a:xfrm>
            <a:off x="6172200" y="3493800"/>
            <a:ext cx="1218240" cy="3067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8" name="CustomShape 16"/>
          <p:cNvSpPr/>
          <p:nvPr/>
        </p:nvSpPr>
        <p:spPr>
          <a:xfrm>
            <a:off x="3505320" y="190512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9" name="CustomShape 17"/>
          <p:cNvSpPr/>
          <p:nvPr/>
        </p:nvSpPr>
        <p:spPr>
          <a:xfrm>
            <a:off x="3505320" y="236088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0" name="CustomShape 18"/>
          <p:cNvSpPr/>
          <p:nvPr/>
        </p:nvSpPr>
        <p:spPr>
          <a:xfrm>
            <a:off x="3512880" y="31050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1" name="CustomShape 19"/>
          <p:cNvSpPr/>
          <p:nvPr/>
        </p:nvSpPr>
        <p:spPr>
          <a:xfrm>
            <a:off x="2283840" y="981720"/>
            <a:ext cx="583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AM263 -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ADC Burst Mode Oversampling </a:t>
            </a: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Example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2" name="CustomShape 20"/>
          <p:cNvSpPr/>
          <p:nvPr/>
        </p:nvSpPr>
        <p:spPr>
          <a:xfrm>
            <a:off x="3594240" y="3228840"/>
            <a:ext cx="81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3" name="CustomShape 21"/>
          <p:cNvSpPr/>
          <p:nvPr/>
        </p:nvSpPr>
        <p:spPr>
          <a:xfrm>
            <a:off x="3589200" y="3626640"/>
            <a:ext cx="81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4" name="CustomShape 22"/>
          <p:cNvSpPr/>
          <p:nvPr/>
        </p:nvSpPr>
        <p:spPr>
          <a:xfrm>
            <a:off x="3601800" y="4062960"/>
            <a:ext cx="81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SOC15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5" name="CustomShape 23"/>
          <p:cNvSpPr/>
          <p:nvPr/>
        </p:nvSpPr>
        <p:spPr>
          <a:xfrm>
            <a:off x="3505320" y="348876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6" name="CustomShape 24"/>
          <p:cNvSpPr/>
          <p:nvPr/>
        </p:nvSpPr>
        <p:spPr>
          <a:xfrm>
            <a:off x="3500280" y="387792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7" name="CustomShape 25"/>
          <p:cNvSpPr/>
          <p:nvPr/>
        </p:nvSpPr>
        <p:spPr>
          <a:xfrm>
            <a:off x="3500280" y="432864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8" name="CustomShape 26"/>
          <p:cNvSpPr/>
          <p:nvPr/>
        </p:nvSpPr>
        <p:spPr>
          <a:xfrm>
            <a:off x="3598200" y="2839320"/>
            <a:ext cx="933480" cy="2569680"/>
          </a:xfrm>
          <a:prstGeom prst="rect">
            <a:avLst/>
          </a:prstGeom>
          <a:noFill/>
          <a:ln>
            <a:solidFill>
              <a:srgbClr val="000000">
                <a:lumMod val="50000"/>
                <a:lumOff val="50000"/>
              </a:srgbClr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Burst mode enabled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762B98F1-857C-4225-9851-3B010E95A4C6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550" name="CustomShape 2"/>
          <p:cNvSpPr/>
          <p:nvPr/>
        </p:nvSpPr>
        <p:spPr>
          <a:xfrm>
            <a:off x="1676520" y="2819520"/>
            <a:ext cx="1218240" cy="6084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1" name="Line 3"/>
          <p:cNvSpPr/>
          <p:nvPr/>
        </p:nvSpPr>
        <p:spPr>
          <a:xfrm>
            <a:off x="2895480" y="3124080"/>
            <a:ext cx="609480" cy="36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2" name="Line 4"/>
          <p:cNvSpPr/>
          <p:nvPr/>
        </p:nvSpPr>
        <p:spPr>
          <a:xfrm>
            <a:off x="3504960" y="2360520"/>
            <a:ext cx="360" cy="1525680"/>
          </a:xfrm>
          <a:prstGeom prst="line">
            <a:avLst/>
          </a:prstGeom>
          <a:ln>
            <a:solidFill>
              <a:srgbClr val="d9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3" name="CustomShape 5"/>
          <p:cNvSpPr/>
          <p:nvPr/>
        </p:nvSpPr>
        <p:spPr>
          <a:xfrm>
            <a:off x="4419720" y="1828800"/>
            <a:ext cx="1187640" cy="10656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4" name="CustomShape 6"/>
          <p:cNvSpPr/>
          <p:nvPr/>
        </p:nvSpPr>
        <p:spPr>
          <a:xfrm>
            <a:off x="4419720" y="3352680"/>
            <a:ext cx="1187640" cy="10656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5" name="CustomShape 7"/>
          <p:cNvSpPr/>
          <p:nvPr/>
        </p:nvSpPr>
        <p:spPr>
          <a:xfrm>
            <a:off x="2837520" y="2854440"/>
            <a:ext cx="724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 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6" name="CustomShape 8"/>
          <p:cNvSpPr/>
          <p:nvPr/>
        </p:nvSpPr>
        <p:spPr>
          <a:xfrm>
            <a:off x="3540960" y="208224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7" name="CustomShape 9"/>
          <p:cNvSpPr/>
          <p:nvPr/>
        </p:nvSpPr>
        <p:spPr>
          <a:xfrm>
            <a:off x="3619800" y="3580200"/>
            <a:ext cx="715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SOC0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8" name="CustomShape 10"/>
          <p:cNvSpPr/>
          <p:nvPr/>
        </p:nvSpPr>
        <p:spPr>
          <a:xfrm>
            <a:off x="5608440" y="23623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9" name="CustomShape 11"/>
          <p:cNvSpPr/>
          <p:nvPr/>
        </p:nvSpPr>
        <p:spPr>
          <a:xfrm>
            <a:off x="5617800" y="388620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0" name="CustomShape 12"/>
          <p:cNvSpPr/>
          <p:nvPr/>
        </p:nvSpPr>
        <p:spPr>
          <a:xfrm>
            <a:off x="6172200" y="2082240"/>
            <a:ext cx="1218240" cy="5835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1" name="CustomShape 13"/>
          <p:cNvSpPr/>
          <p:nvPr/>
        </p:nvSpPr>
        <p:spPr>
          <a:xfrm>
            <a:off x="6201360" y="3618000"/>
            <a:ext cx="1218240" cy="6235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2" name="CustomShape 14"/>
          <p:cNvSpPr/>
          <p:nvPr/>
        </p:nvSpPr>
        <p:spPr>
          <a:xfrm>
            <a:off x="3505320" y="236088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3" name="CustomShape 15"/>
          <p:cNvSpPr/>
          <p:nvPr/>
        </p:nvSpPr>
        <p:spPr>
          <a:xfrm>
            <a:off x="3505320" y="3886200"/>
            <a:ext cx="913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4" name="CustomShape 16"/>
          <p:cNvSpPr/>
          <p:nvPr/>
        </p:nvSpPr>
        <p:spPr>
          <a:xfrm>
            <a:off x="7994880" y="2082240"/>
            <a:ext cx="1446840" cy="5835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DMA Channel 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5" name="CustomShape 17"/>
          <p:cNvSpPr/>
          <p:nvPr/>
        </p:nvSpPr>
        <p:spPr>
          <a:xfrm>
            <a:off x="8001000" y="3637800"/>
            <a:ext cx="1446840" cy="5835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DMA Channel 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6" name="CustomShape 18"/>
          <p:cNvSpPr/>
          <p:nvPr/>
        </p:nvSpPr>
        <p:spPr>
          <a:xfrm flipV="1">
            <a:off x="7391520" y="2372400"/>
            <a:ext cx="602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7" name="CustomShape 19"/>
          <p:cNvSpPr/>
          <p:nvPr/>
        </p:nvSpPr>
        <p:spPr>
          <a:xfrm>
            <a:off x="7430760" y="3930120"/>
            <a:ext cx="562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8" name="CustomShape 20"/>
          <p:cNvSpPr/>
          <p:nvPr/>
        </p:nvSpPr>
        <p:spPr>
          <a:xfrm>
            <a:off x="10085400" y="2082240"/>
            <a:ext cx="1343520" cy="5835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 BUFFER0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9" name="CustomShape 21"/>
          <p:cNvSpPr/>
          <p:nvPr/>
        </p:nvSpPr>
        <p:spPr>
          <a:xfrm>
            <a:off x="9442440" y="2374560"/>
            <a:ext cx="641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0" name="CustomShape 22"/>
          <p:cNvSpPr/>
          <p:nvPr/>
        </p:nvSpPr>
        <p:spPr>
          <a:xfrm>
            <a:off x="9442440" y="3930120"/>
            <a:ext cx="641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1" name="CustomShape 23"/>
          <p:cNvSpPr/>
          <p:nvPr/>
        </p:nvSpPr>
        <p:spPr>
          <a:xfrm>
            <a:off x="10085400" y="3637800"/>
            <a:ext cx="1343520" cy="5835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RESULT BUFFER1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2" name="CustomShape 24"/>
          <p:cNvSpPr/>
          <p:nvPr/>
        </p:nvSpPr>
        <p:spPr>
          <a:xfrm>
            <a:off x="3842640" y="500040"/>
            <a:ext cx="539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AM263 - ADC SOC Continuous DMA Example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8C0380B3-B77D-4385-BFCB-CAF871AC0B92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574" name="CustomShape 2"/>
          <p:cNvSpPr/>
          <p:nvPr/>
        </p:nvSpPr>
        <p:spPr>
          <a:xfrm>
            <a:off x="2286000" y="2666880"/>
            <a:ext cx="1218240" cy="9133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RTI1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5" name="CustomShape 3"/>
          <p:cNvSpPr/>
          <p:nvPr/>
        </p:nvSpPr>
        <p:spPr>
          <a:xfrm>
            <a:off x="4559400" y="2666880"/>
            <a:ext cx="1687680" cy="9133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EDMA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6" name="CustomShape 4"/>
          <p:cNvSpPr/>
          <p:nvPr/>
        </p:nvSpPr>
        <p:spPr>
          <a:xfrm flipV="1">
            <a:off x="6248520" y="3121920"/>
            <a:ext cx="770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7" name="CustomShape 5"/>
          <p:cNvSpPr/>
          <p:nvPr/>
        </p:nvSpPr>
        <p:spPr>
          <a:xfrm>
            <a:off x="7019640" y="2666880"/>
            <a:ext cx="1218240" cy="9133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DAC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8" name="CustomShape 6"/>
          <p:cNvSpPr/>
          <p:nvPr/>
        </p:nvSpPr>
        <p:spPr>
          <a:xfrm>
            <a:off x="3505320" y="3124080"/>
            <a:ext cx="1053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9" name="CustomShape 7"/>
          <p:cNvSpPr/>
          <p:nvPr/>
        </p:nvSpPr>
        <p:spPr>
          <a:xfrm>
            <a:off x="3868920" y="500040"/>
            <a:ext cx="4705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AM263 – DAC DMA Sine wave Example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0" name="CustomShape 8"/>
          <p:cNvSpPr/>
          <p:nvPr/>
        </p:nvSpPr>
        <p:spPr>
          <a:xfrm>
            <a:off x="3569760" y="2477880"/>
            <a:ext cx="940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DMA Trigger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1" name="CustomShape 9"/>
          <p:cNvSpPr/>
          <p:nvPr/>
        </p:nvSpPr>
        <p:spPr>
          <a:xfrm>
            <a:off x="4267080" y="4140360"/>
            <a:ext cx="2294280" cy="12373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Sine Table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(Buffer with sine values)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2" name="CustomShape 10"/>
          <p:cNvSpPr/>
          <p:nvPr/>
        </p:nvSpPr>
        <p:spPr>
          <a:xfrm flipH="1" flipV="1">
            <a:off x="5402520" y="3580560"/>
            <a:ext cx="9720" cy="558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3" name="CustomShape 11"/>
          <p:cNvSpPr/>
          <p:nvPr/>
        </p:nvSpPr>
        <p:spPr>
          <a:xfrm flipV="1">
            <a:off x="8238960" y="3121920"/>
            <a:ext cx="675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4" name="CustomShape 12"/>
          <p:cNvSpPr/>
          <p:nvPr/>
        </p:nvSpPr>
        <p:spPr>
          <a:xfrm>
            <a:off x="8915400" y="2666880"/>
            <a:ext cx="1446840" cy="9133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Sine wave output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5" name="CustomShape 13"/>
          <p:cNvSpPr/>
          <p:nvPr/>
        </p:nvSpPr>
        <p:spPr>
          <a:xfrm>
            <a:off x="4596120" y="5466600"/>
            <a:ext cx="161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EDMA Source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6" name="CustomShape 14"/>
          <p:cNvSpPr/>
          <p:nvPr/>
        </p:nvSpPr>
        <p:spPr>
          <a:xfrm>
            <a:off x="6645960" y="3615840"/>
            <a:ext cx="2032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EDMA Destination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9FCC86B2-0E93-4E45-B4BC-03041B8A3FE9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588" name="CustomShape 2"/>
          <p:cNvSpPr/>
          <p:nvPr/>
        </p:nvSpPr>
        <p:spPr>
          <a:xfrm>
            <a:off x="1078920" y="1351800"/>
            <a:ext cx="2572560" cy="2156760"/>
          </a:xfrm>
          <a:prstGeom prst="rect">
            <a:avLst/>
          </a:prstGeom>
          <a:solidFill>
            <a:srgbClr val="ffffff"/>
          </a:solidFill>
          <a:ln>
            <a:solidFill>
              <a:srgbClr val="a4a4a4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2240" spc="-1" strike="noStrike">
                <a:solidFill>
                  <a:srgbClr val="000000"/>
                </a:solidFill>
                <a:latin typeface="Arial"/>
                <a:ea typeface="DejaVu Sans"/>
              </a:rPr>
              <a:t>EPWM</a:t>
            </a:r>
            <a:endParaRPr b="0" lang="en-IN" sz="224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2240" spc="-1" strike="noStrike">
              <a:latin typeface="Arial"/>
            </a:endParaRPr>
          </a:p>
        </p:txBody>
      </p:sp>
      <p:sp>
        <p:nvSpPr>
          <p:cNvPr id="1589" name="CustomShape 3"/>
          <p:cNvSpPr/>
          <p:nvPr/>
        </p:nvSpPr>
        <p:spPr>
          <a:xfrm>
            <a:off x="1547280" y="2766960"/>
            <a:ext cx="1325160" cy="495000"/>
          </a:xfrm>
          <a:prstGeom prst="rect">
            <a:avLst/>
          </a:prstGeom>
          <a:solidFill>
            <a:srgbClr val="4abed4"/>
          </a:solidFill>
          <a:ln>
            <a:solidFill>
              <a:srgbClr val="368c9c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Counter Compare</a:t>
            </a:r>
            <a:endParaRPr b="0" lang="en-IN" sz="1280" spc="-1" strike="noStrike">
              <a:latin typeface="Arial"/>
            </a:endParaRPr>
          </a:p>
        </p:txBody>
      </p:sp>
      <p:sp>
        <p:nvSpPr>
          <p:cNvPr id="1590" name="CustomShape 4"/>
          <p:cNvSpPr/>
          <p:nvPr/>
        </p:nvSpPr>
        <p:spPr>
          <a:xfrm>
            <a:off x="1547280" y="1641240"/>
            <a:ext cx="1325160" cy="420480"/>
          </a:xfrm>
          <a:prstGeom prst="rect">
            <a:avLst/>
          </a:prstGeom>
          <a:solidFill>
            <a:srgbClr val="4abed4"/>
          </a:solidFill>
          <a:ln>
            <a:solidFill>
              <a:srgbClr val="368c9c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Time Base</a:t>
            </a:r>
            <a:endParaRPr b="0" lang="en-IN" sz="1280" spc="-1" strike="noStrike">
              <a:latin typeface="Arial"/>
            </a:endParaRPr>
          </a:p>
        </p:txBody>
      </p:sp>
      <p:sp>
        <p:nvSpPr>
          <p:cNvPr id="1591" name="CustomShape 5"/>
          <p:cNvSpPr/>
          <p:nvPr/>
        </p:nvSpPr>
        <p:spPr>
          <a:xfrm>
            <a:off x="4869720" y="1951920"/>
            <a:ext cx="1335600" cy="1135800"/>
          </a:xfrm>
          <a:prstGeom prst="rect">
            <a:avLst/>
          </a:prstGeom>
          <a:solidFill>
            <a:srgbClr val="ffffff"/>
          </a:solidFill>
          <a:ln>
            <a:solidFill>
              <a:srgbClr val="7f7f7f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DMA XBar</a:t>
            </a:r>
            <a:endParaRPr b="0" lang="en-IN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280" spc="-1" strike="noStrike">
              <a:latin typeface="Arial"/>
            </a:endParaRPr>
          </a:p>
        </p:txBody>
      </p:sp>
      <p:sp>
        <p:nvSpPr>
          <p:cNvPr id="1592" name="CustomShape 6"/>
          <p:cNvSpPr/>
          <p:nvPr/>
        </p:nvSpPr>
        <p:spPr>
          <a:xfrm>
            <a:off x="7315200" y="1951920"/>
            <a:ext cx="1335600" cy="1135800"/>
          </a:xfrm>
          <a:prstGeom prst="rect">
            <a:avLst/>
          </a:prstGeom>
          <a:solidFill>
            <a:srgbClr val="ffffff"/>
          </a:solidFill>
          <a:ln>
            <a:solidFill>
              <a:srgbClr val="7f7f7f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DMA Trigger XBar</a:t>
            </a:r>
            <a:endParaRPr b="0" lang="en-IN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280" spc="-1" strike="noStrike">
              <a:latin typeface="Arial"/>
            </a:endParaRPr>
          </a:p>
        </p:txBody>
      </p:sp>
      <p:sp>
        <p:nvSpPr>
          <p:cNvPr id="1593" name="CustomShape 7"/>
          <p:cNvSpPr/>
          <p:nvPr/>
        </p:nvSpPr>
        <p:spPr>
          <a:xfrm>
            <a:off x="9760680" y="1514520"/>
            <a:ext cx="2572560" cy="2156760"/>
          </a:xfrm>
          <a:prstGeom prst="rect">
            <a:avLst/>
          </a:prstGeom>
          <a:solidFill>
            <a:srgbClr val="ffffff"/>
          </a:solidFill>
          <a:ln>
            <a:solidFill>
              <a:srgbClr val="a4a4a4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2240" spc="-1" strike="noStrike">
                <a:solidFill>
                  <a:srgbClr val="000000"/>
                </a:solidFill>
                <a:latin typeface="Arial"/>
                <a:ea typeface="DejaVu Sans"/>
              </a:rPr>
              <a:t>EDMA</a:t>
            </a:r>
            <a:endParaRPr b="0" lang="en-IN" sz="224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2240" spc="-1" strike="noStrike">
              <a:latin typeface="Arial"/>
            </a:endParaRPr>
          </a:p>
        </p:txBody>
      </p:sp>
      <p:sp>
        <p:nvSpPr>
          <p:cNvPr id="1594" name="CustomShape 8"/>
          <p:cNvSpPr/>
          <p:nvPr/>
        </p:nvSpPr>
        <p:spPr>
          <a:xfrm flipV="1">
            <a:off x="3652200" y="2430000"/>
            <a:ext cx="1214640" cy="7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5" name="CustomShape 9"/>
          <p:cNvSpPr/>
          <p:nvPr/>
        </p:nvSpPr>
        <p:spPr>
          <a:xfrm flipV="1">
            <a:off x="6206400" y="2412720"/>
            <a:ext cx="1107720" cy="1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6" name="CustomShape 10"/>
          <p:cNvSpPr/>
          <p:nvPr/>
        </p:nvSpPr>
        <p:spPr>
          <a:xfrm>
            <a:off x="8623800" y="2374200"/>
            <a:ext cx="1135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7" name="CustomShape 11"/>
          <p:cNvSpPr/>
          <p:nvPr/>
        </p:nvSpPr>
        <p:spPr>
          <a:xfrm flipH="1" rot="10800000">
            <a:off x="2014920" y="3080520"/>
            <a:ext cx="467280" cy="648720"/>
          </a:xfrm>
          <a:prstGeom prst="bentConnector4">
            <a:avLst>
              <a:gd name="adj1" fmla="val 562"/>
              <a:gd name="adj2" fmla="val 100050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8" name="CustomShape 12"/>
          <p:cNvSpPr/>
          <p:nvPr/>
        </p:nvSpPr>
        <p:spPr>
          <a:xfrm flipH="1" flipV="1" rot="10800000">
            <a:off x="2014920" y="3598560"/>
            <a:ext cx="467280" cy="583200"/>
          </a:xfrm>
          <a:prstGeom prst="bentConnector3">
            <a:avLst>
              <a:gd name="adj1" fmla="val -1685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9" name="CustomShape 13"/>
          <p:cNvSpPr/>
          <p:nvPr/>
        </p:nvSpPr>
        <p:spPr>
          <a:xfrm>
            <a:off x="3849840" y="2106000"/>
            <a:ext cx="8200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SOCA</a:t>
            </a:r>
            <a:endParaRPr b="0" lang="en-IN" sz="1280" spc="-1" strike="noStrike">
              <a:latin typeface="Arial"/>
            </a:endParaRPr>
          </a:p>
        </p:txBody>
      </p:sp>
      <p:sp>
        <p:nvSpPr>
          <p:cNvPr id="1600" name="CustomShape 14"/>
          <p:cNvSpPr/>
          <p:nvPr/>
        </p:nvSpPr>
        <p:spPr>
          <a:xfrm>
            <a:off x="12611880" y="2381400"/>
            <a:ext cx="1622520" cy="503280"/>
          </a:xfrm>
          <a:prstGeom prst="rect">
            <a:avLst/>
          </a:prstGeom>
          <a:solidFill>
            <a:srgbClr val="ffffff"/>
          </a:solidFill>
          <a:ln>
            <a:solidFill>
              <a:srgbClr val="7f7f7f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Configuration Array</a:t>
            </a:r>
            <a:endParaRPr b="0" lang="en-IN" sz="1280" spc="-1" strike="noStrike">
              <a:latin typeface="Arial"/>
            </a:endParaRPr>
          </a:p>
        </p:txBody>
      </p:sp>
      <p:sp>
        <p:nvSpPr>
          <p:cNvPr id="1601" name="CustomShape 15"/>
          <p:cNvSpPr/>
          <p:nvPr/>
        </p:nvSpPr>
        <p:spPr>
          <a:xfrm rot="5400000">
            <a:off x="12681000" y="2540160"/>
            <a:ext cx="397080" cy="108828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2" name="Line 16"/>
          <p:cNvSpPr/>
          <p:nvPr/>
        </p:nvSpPr>
        <p:spPr>
          <a:xfrm flipH="1">
            <a:off x="9760680" y="3283920"/>
            <a:ext cx="2573280" cy="360"/>
          </a:xfrm>
          <a:prstGeom prst="line">
            <a:avLst/>
          </a:prstGeom>
          <a:ln>
            <a:solidFill>
              <a:srgbClr val="000000"/>
            </a:solidFill>
            <a:custDash>
              <a:ds d="600000" sp="5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3" name="CustomShape 17"/>
          <p:cNvSpPr/>
          <p:nvPr/>
        </p:nvSpPr>
        <p:spPr>
          <a:xfrm rot="10800000">
            <a:off x="18442440" y="4136760"/>
            <a:ext cx="8680680" cy="852120"/>
          </a:xfrm>
          <a:prstGeom prst="bentConnector5">
            <a:avLst>
              <a:gd name="adj1" fmla="val 35179"/>
              <a:gd name="adj2" fmla="val -69319"/>
              <a:gd name="adj3" fmla="val 104213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4" name="CustomShape 18"/>
          <p:cNvSpPr/>
          <p:nvPr/>
        </p:nvSpPr>
        <p:spPr>
          <a:xfrm>
            <a:off x="3652200" y="3898440"/>
            <a:ext cx="33278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80" spc="-1" strike="noStrike">
                <a:solidFill>
                  <a:srgbClr val="000000"/>
                </a:solidFill>
                <a:latin typeface="Arial"/>
                <a:ea typeface="DejaVu Sans"/>
              </a:rPr>
              <a:t>Data transfer to EPWM registers</a:t>
            </a:r>
            <a:endParaRPr b="0" lang="en-IN" sz="12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CustomShape 1"/>
          <p:cNvSpPr/>
          <p:nvPr/>
        </p:nvSpPr>
        <p:spPr>
          <a:xfrm>
            <a:off x="2666880" y="1371600"/>
            <a:ext cx="8304840" cy="25135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</p:sp>
      <p:sp>
        <p:nvSpPr>
          <p:cNvPr id="1606" name="CustomShape 2"/>
          <p:cNvSpPr/>
          <p:nvPr/>
        </p:nvSpPr>
        <p:spPr>
          <a:xfrm>
            <a:off x="5626800" y="785556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B9BE5FF4-29BA-4DE6-ADAD-29BFD2B9EE5F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607" name="CustomShape 3"/>
          <p:cNvSpPr/>
          <p:nvPr/>
        </p:nvSpPr>
        <p:spPr>
          <a:xfrm>
            <a:off x="3887280" y="1699200"/>
            <a:ext cx="2132640" cy="1966320"/>
          </a:xfrm>
          <a:prstGeom prst="rect">
            <a:avLst/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CMPSSA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8" name="CustomShape 4"/>
          <p:cNvSpPr/>
          <p:nvPr/>
        </p:nvSpPr>
        <p:spPr>
          <a:xfrm>
            <a:off x="7397640" y="1633320"/>
            <a:ext cx="2132640" cy="47736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9" name="CustomShape 5"/>
          <p:cNvSpPr/>
          <p:nvPr/>
        </p:nvSpPr>
        <p:spPr>
          <a:xfrm>
            <a:off x="9531360" y="1866960"/>
            <a:ext cx="182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0" name="CustomShape 6"/>
          <p:cNvSpPr/>
          <p:nvPr/>
        </p:nvSpPr>
        <p:spPr>
          <a:xfrm>
            <a:off x="6026040" y="1828800"/>
            <a:ext cx="137052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1" name="CustomShape 7"/>
          <p:cNvSpPr/>
          <p:nvPr/>
        </p:nvSpPr>
        <p:spPr>
          <a:xfrm>
            <a:off x="6669720" y="2613600"/>
            <a:ext cx="151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CTRIPOUTH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2" name="CustomShape 8"/>
          <p:cNvSpPr/>
          <p:nvPr/>
        </p:nvSpPr>
        <p:spPr>
          <a:xfrm>
            <a:off x="9620280" y="1497600"/>
            <a:ext cx="1018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PWM_B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3" name="CustomShape 9"/>
          <p:cNvSpPr/>
          <p:nvPr/>
        </p:nvSpPr>
        <p:spPr>
          <a:xfrm flipV="1">
            <a:off x="2363760" y="2681280"/>
            <a:ext cx="1522800" cy="16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92d05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4" name="CustomShape 10"/>
          <p:cNvSpPr/>
          <p:nvPr/>
        </p:nvSpPr>
        <p:spPr>
          <a:xfrm>
            <a:off x="2649600" y="2275200"/>
            <a:ext cx="1183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CMPINxP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5" name="CustomShape 11"/>
          <p:cNvSpPr/>
          <p:nvPr/>
        </p:nvSpPr>
        <p:spPr>
          <a:xfrm>
            <a:off x="7397640" y="3276720"/>
            <a:ext cx="2132640" cy="479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OUTPUT XBAR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6" name="CustomShape 12"/>
          <p:cNvSpPr/>
          <p:nvPr/>
        </p:nvSpPr>
        <p:spPr>
          <a:xfrm>
            <a:off x="6026040" y="2158560"/>
            <a:ext cx="1370520" cy="1357560"/>
          </a:xfrm>
          <a:prstGeom prst="bentConnector3">
            <a:avLst>
              <a:gd name="adj1" fmla="val 50000"/>
            </a:avLst>
          </a:pr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7" name="CustomShape 13"/>
          <p:cNvSpPr/>
          <p:nvPr/>
        </p:nvSpPr>
        <p:spPr>
          <a:xfrm>
            <a:off x="9555120" y="3517200"/>
            <a:ext cx="182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8" name="CustomShape 14"/>
          <p:cNvSpPr/>
          <p:nvPr/>
        </p:nvSpPr>
        <p:spPr>
          <a:xfrm>
            <a:off x="9551520" y="3171240"/>
            <a:ext cx="1285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XBAROUT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9" name="CustomShape 15"/>
          <p:cNvSpPr/>
          <p:nvPr/>
        </p:nvSpPr>
        <p:spPr>
          <a:xfrm>
            <a:off x="7336800" y="1728360"/>
            <a:ext cx="613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TRIP4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0" name="CustomShape 16"/>
          <p:cNvSpPr/>
          <p:nvPr/>
        </p:nvSpPr>
        <p:spPr>
          <a:xfrm>
            <a:off x="6145920" y="1521000"/>
            <a:ext cx="103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CTRIPH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1" name="CustomShape 17"/>
          <p:cNvSpPr/>
          <p:nvPr/>
        </p:nvSpPr>
        <p:spPr>
          <a:xfrm>
            <a:off x="1881360" y="5470560"/>
            <a:ext cx="10625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2" name="CustomShape 18"/>
          <p:cNvSpPr/>
          <p:nvPr/>
        </p:nvSpPr>
        <p:spPr>
          <a:xfrm flipV="1">
            <a:off x="1794240" y="6523920"/>
            <a:ext cx="10712880" cy="1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3" name="CustomShape 19"/>
          <p:cNvSpPr/>
          <p:nvPr/>
        </p:nvSpPr>
        <p:spPr>
          <a:xfrm>
            <a:off x="424080" y="5623200"/>
            <a:ext cx="209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4" name="CustomShape 20"/>
          <p:cNvSpPr/>
          <p:nvPr/>
        </p:nvSpPr>
        <p:spPr>
          <a:xfrm>
            <a:off x="98640" y="5032080"/>
            <a:ext cx="2208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CMPSS input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5" name="Line 21"/>
          <p:cNvSpPr/>
          <p:nvPr/>
        </p:nvSpPr>
        <p:spPr>
          <a:xfrm>
            <a:off x="8803800" y="4995000"/>
            <a:ext cx="360" cy="1551240"/>
          </a:xfrm>
          <a:prstGeom prst="line">
            <a:avLst/>
          </a:prstGeom>
          <a:ln>
            <a:solidFill>
              <a:srgbClr val="d90000"/>
            </a:solidFill>
            <a:custDash>
              <a:ds d="600000" sp="5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6" name="Line 22"/>
          <p:cNvSpPr/>
          <p:nvPr/>
        </p:nvSpPr>
        <p:spPr>
          <a:xfrm>
            <a:off x="1952280" y="4977720"/>
            <a:ext cx="10555560" cy="360"/>
          </a:xfrm>
          <a:prstGeom prst="line">
            <a:avLst/>
          </a:prstGeom>
          <a:ln w="19080">
            <a:solidFill>
              <a:srgbClr val="11778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7" name="CustomShape 23"/>
          <p:cNvSpPr/>
          <p:nvPr/>
        </p:nvSpPr>
        <p:spPr>
          <a:xfrm>
            <a:off x="2132280" y="4669920"/>
            <a:ext cx="271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Internal DAC output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8" name="Line 24"/>
          <p:cNvSpPr/>
          <p:nvPr/>
        </p:nvSpPr>
        <p:spPr>
          <a:xfrm>
            <a:off x="2014200" y="5658480"/>
            <a:ext cx="57636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9" name="Line 25"/>
          <p:cNvSpPr/>
          <p:nvPr/>
        </p:nvSpPr>
        <p:spPr>
          <a:xfrm flipV="1">
            <a:off x="2590560" y="565848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0" name="CustomShape 26"/>
          <p:cNvSpPr/>
          <p:nvPr/>
        </p:nvSpPr>
        <p:spPr>
          <a:xfrm>
            <a:off x="12344400" y="5475600"/>
            <a:ext cx="30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1" name="CustomShape 27"/>
          <p:cNvSpPr/>
          <p:nvPr/>
        </p:nvSpPr>
        <p:spPr>
          <a:xfrm>
            <a:off x="12344400" y="6530400"/>
            <a:ext cx="30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2" name="Line 28"/>
          <p:cNvSpPr/>
          <p:nvPr/>
        </p:nvSpPr>
        <p:spPr>
          <a:xfrm flipV="1">
            <a:off x="2041200" y="4768920"/>
            <a:ext cx="10453680" cy="555840"/>
          </a:xfrm>
          <a:prstGeom prst="line">
            <a:avLst/>
          </a:prstGeom>
          <a:ln w="38160"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3" name="CustomShape 29"/>
          <p:cNvSpPr/>
          <p:nvPr/>
        </p:nvSpPr>
        <p:spPr>
          <a:xfrm>
            <a:off x="4988880" y="4353480"/>
            <a:ext cx="4230000" cy="363960"/>
          </a:xfrm>
          <a:prstGeom prst="wedgeRectCallout">
            <a:avLst>
              <a:gd name="adj1" fmla="val 39886"/>
              <a:gd name="adj2" fmla="val 102258"/>
            </a:avLst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CMPIN1P exceeds internal DAC output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4" name="CustomShape 30"/>
          <p:cNvSpPr/>
          <p:nvPr/>
        </p:nvSpPr>
        <p:spPr>
          <a:xfrm>
            <a:off x="9012960" y="5623200"/>
            <a:ext cx="1063440" cy="638280"/>
          </a:xfrm>
          <a:prstGeom prst="wedgeRectCallout">
            <a:avLst>
              <a:gd name="adj1" fmla="val -70519"/>
              <a:gd name="adj2" fmla="val 68631"/>
            </a:avLst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PWM tripped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5" name="Line 31"/>
          <p:cNvSpPr/>
          <p:nvPr/>
        </p:nvSpPr>
        <p:spPr>
          <a:xfrm flipV="1">
            <a:off x="2912400" y="565848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6" name="Line 32"/>
          <p:cNvSpPr/>
          <p:nvPr/>
        </p:nvSpPr>
        <p:spPr>
          <a:xfrm flipV="1">
            <a:off x="4022280" y="565596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7" name="Line 33"/>
          <p:cNvSpPr/>
          <p:nvPr/>
        </p:nvSpPr>
        <p:spPr>
          <a:xfrm>
            <a:off x="2599200" y="6530040"/>
            <a:ext cx="29628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8" name="Line 34"/>
          <p:cNvSpPr/>
          <p:nvPr/>
        </p:nvSpPr>
        <p:spPr>
          <a:xfrm>
            <a:off x="2895120" y="5670000"/>
            <a:ext cx="1143360" cy="4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9" name="Line 35"/>
          <p:cNvSpPr/>
          <p:nvPr/>
        </p:nvSpPr>
        <p:spPr>
          <a:xfrm flipV="1">
            <a:off x="4336200" y="565848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0" name="Line 36"/>
          <p:cNvSpPr/>
          <p:nvPr/>
        </p:nvSpPr>
        <p:spPr>
          <a:xfrm flipV="1">
            <a:off x="5446080" y="565596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1" name="Line 37"/>
          <p:cNvSpPr/>
          <p:nvPr/>
        </p:nvSpPr>
        <p:spPr>
          <a:xfrm>
            <a:off x="4023000" y="6530040"/>
            <a:ext cx="29628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2" name="Line 38"/>
          <p:cNvSpPr/>
          <p:nvPr/>
        </p:nvSpPr>
        <p:spPr>
          <a:xfrm>
            <a:off x="4319280" y="5670000"/>
            <a:ext cx="1143000" cy="4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3" name="Line 39"/>
          <p:cNvSpPr/>
          <p:nvPr/>
        </p:nvSpPr>
        <p:spPr>
          <a:xfrm flipV="1">
            <a:off x="5766120" y="565848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4" name="Line 40"/>
          <p:cNvSpPr/>
          <p:nvPr/>
        </p:nvSpPr>
        <p:spPr>
          <a:xfrm flipV="1">
            <a:off x="6876360" y="565596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5" name="Line 41"/>
          <p:cNvSpPr/>
          <p:nvPr/>
        </p:nvSpPr>
        <p:spPr>
          <a:xfrm>
            <a:off x="5453280" y="6530040"/>
            <a:ext cx="29628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6" name="Line 42"/>
          <p:cNvSpPr/>
          <p:nvPr/>
        </p:nvSpPr>
        <p:spPr>
          <a:xfrm>
            <a:off x="5749200" y="5670000"/>
            <a:ext cx="1143360" cy="4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7" name="Line 43"/>
          <p:cNvSpPr/>
          <p:nvPr/>
        </p:nvSpPr>
        <p:spPr>
          <a:xfrm flipV="1">
            <a:off x="7190280" y="565848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8" name="Line 44"/>
          <p:cNvSpPr/>
          <p:nvPr/>
        </p:nvSpPr>
        <p:spPr>
          <a:xfrm flipV="1">
            <a:off x="8300160" y="565596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9" name="Line 45"/>
          <p:cNvSpPr/>
          <p:nvPr/>
        </p:nvSpPr>
        <p:spPr>
          <a:xfrm>
            <a:off x="6877080" y="6530040"/>
            <a:ext cx="29628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0" name="Line 46"/>
          <p:cNvSpPr/>
          <p:nvPr/>
        </p:nvSpPr>
        <p:spPr>
          <a:xfrm>
            <a:off x="7173000" y="5670000"/>
            <a:ext cx="1143360" cy="4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1" name="Line 47"/>
          <p:cNvSpPr/>
          <p:nvPr/>
        </p:nvSpPr>
        <p:spPr>
          <a:xfrm flipV="1">
            <a:off x="8287200" y="6525360"/>
            <a:ext cx="4052160" cy="468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2" name="CustomShape 48"/>
          <p:cNvSpPr/>
          <p:nvPr/>
        </p:nvSpPr>
        <p:spPr>
          <a:xfrm>
            <a:off x="542160" y="2028240"/>
            <a:ext cx="190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Input signal to CMPSS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3" name="CustomShape 49"/>
          <p:cNvSpPr/>
          <p:nvPr/>
        </p:nvSpPr>
        <p:spPr>
          <a:xfrm>
            <a:off x="11358720" y="1543680"/>
            <a:ext cx="156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4" name="CustomShape 50"/>
          <p:cNvSpPr/>
          <p:nvPr/>
        </p:nvSpPr>
        <p:spPr>
          <a:xfrm>
            <a:off x="11345040" y="3332520"/>
            <a:ext cx="156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Trip output signal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CustomShape 1"/>
          <p:cNvSpPr/>
          <p:nvPr/>
        </p:nvSpPr>
        <p:spPr>
          <a:xfrm>
            <a:off x="5626800" y="785556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77B9FD49-C9FD-4184-A51D-28A21E9D1229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656" name="CustomShape 2"/>
          <p:cNvSpPr/>
          <p:nvPr/>
        </p:nvSpPr>
        <p:spPr>
          <a:xfrm>
            <a:off x="1380240" y="5247720"/>
            <a:ext cx="11213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7" name="CustomShape 3"/>
          <p:cNvSpPr/>
          <p:nvPr/>
        </p:nvSpPr>
        <p:spPr>
          <a:xfrm flipV="1">
            <a:off x="1881000" y="6301080"/>
            <a:ext cx="10712880" cy="1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8" name="CustomShape 4"/>
          <p:cNvSpPr/>
          <p:nvPr/>
        </p:nvSpPr>
        <p:spPr>
          <a:xfrm>
            <a:off x="456840" y="5717880"/>
            <a:ext cx="209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9" name="CustomShape 5"/>
          <p:cNvSpPr/>
          <p:nvPr/>
        </p:nvSpPr>
        <p:spPr>
          <a:xfrm>
            <a:off x="10379160" y="4034520"/>
            <a:ext cx="207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DAC Output signal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(ADC Input)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0" name="Line 6"/>
          <p:cNvSpPr/>
          <p:nvPr/>
        </p:nvSpPr>
        <p:spPr>
          <a:xfrm>
            <a:off x="8890560" y="4772160"/>
            <a:ext cx="360" cy="1551240"/>
          </a:xfrm>
          <a:prstGeom prst="line">
            <a:avLst/>
          </a:prstGeom>
          <a:ln>
            <a:solidFill>
              <a:srgbClr val="d90000"/>
            </a:solidFill>
            <a:custDash>
              <a:ds d="600000" sp="5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1" name="Line 7"/>
          <p:cNvSpPr/>
          <p:nvPr/>
        </p:nvSpPr>
        <p:spPr>
          <a:xfrm>
            <a:off x="1379880" y="4882320"/>
            <a:ext cx="11214720" cy="360"/>
          </a:xfrm>
          <a:prstGeom prst="line">
            <a:avLst/>
          </a:prstGeom>
          <a:ln w="19080">
            <a:solidFill>
              <a:srgbClr val="11778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2" name="CustomShape 8"/>
          <p:cNvSpPr/>
          <p:nvPr/>
        </p:nvSpPr>
        <p:spPr>
          <a:xfrm>
            <a:off x="450720" y="4508280"/>
            <a:ext cx="271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PPB High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3" name="Line 9"/>
          <p:cNvSpPr/>
          <p:nvPr/>
        </p:nvSpPr>
        <p:spPr>
          <a:xfrm>
            <a:off x="2100960" y="5435640"/>
            <a:ext cx="57636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4" name="Line 10"/>
          <p:cNvSpPr/>
          <p:nvPr/>
        </p:nvSpPr>
        <p:spPr>
          <a:xfrm flipV="1">
            <a:off x="2677320" y="543564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5" name="CustomShape 11"/>
          <p:cNvSpPr/>
          <p:nvPr/>
        </p:nvSpPr>
        <p:spPr>
          <a:xfrm>
            <a:off x="12431160" y="5252760"/>
            <a:ext cx="30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6" name="CustomShape 12"/>
          <p:cNvSpPr/>
          <p:nvPr/>
        </p:nvSpPr>
        <p:spPr>
          <a:xfrm>
            <a:off x="12431160" y="6307560"/>
            <a:ext cx="30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7" name="Line 13"/>
          <p:cNvSpPr/>
          <p:nvPr/>
        </p:nvSpPr>
        <p:spPr>
          <a:xfrm flipV="1">
            <a:off x="2010960" y="4701600"/>
            <a:ext cx="10453680" cy="556200"/>
          </a:xfrm>
          <a:prstGeom prst="line">
            <a:avLst/>
          </a:prstGeom>
          <a:ln w="38160"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8" name="CustomShape 14"/>
          <p:cNvSpPr/>
          <p:nvPr/>
        </p:nvSpPr>
        <p:spPr>
          <a:xfrm>
            <a:off x="5076000" y="4130640"/>
            <a:ext cx="4230000" cy="363960"/>
          </a:xfrm>
          <a:prstGeom prst="wedgeRectCallout">
            <a:avLst>
              <a:gd name="adj1" fmla="val 39886"/>
              <a:gd name="adj2" fmla="val 102258"/>
            </a:avLst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 Input exceeds  PPB High limit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9" name="CustomShape 15"/>
          <p:cNvSpPr/>
          <p:nvPr/>
        </p:nvSpPr>
        <p:spPr>
          <a:xfrm>
            <a:off x="9100080" y="5400360"/>
            <a:ext cx="1063440" cy="638280"/>
          </a:xfrm>
          <a:prstGeom prst="wedgeRectCallout">
            <a:avLst>
              <a:gd name="adj1" fmla="val -70519"/>
              <a:gd name="adj2" fmla="val 68631"/>
            </a:avLst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PWM tripped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70" name="Line 16"/>
          <p:cNvSpPr/>
          <p:nvPr/>
        </p:nvSpPr>
        <p:spPr>
          <a:xfrm flipV="1">
            <a:off x="2999160" y="543564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1" name="Line 17"/>
          <p:cNvSpPr/>
          <p:nvPr/>
        </p:nvSpPr>
        <p:spPr>
          <a:xfrm flipV="1">
            <a:off x="4109400" y="543312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2" name="Line 18"/>
          <p:cNvSpPr/>
          <p:nvPr/>
        </p:nvSpPr>
        <p:spPr>
          <a:xfrm>
            <a:off x="2686320" y="6307200"/>
            <a:ext cx="29592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3" name="Line 19"/>
          <p:cNvSpPr/>
          <p:nvPr/>
        </p:nvSpPr>
        <p:spPr>
          <a:xfrm>
            <a:off x="2982240" y="5447520"/>
            <a:ext cx="1143000" cy="39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4" name="Line 20"/>
          <p:cNvSpPr/>
          <p:nvPr/>
        </p:nvSpPr>
        <p:spPr>
          <a:xfrm flipV="1">
            <a:off x="4422960" y="543564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5" name="Line 21"/>
          <p:cNvSpPr/>
          <p:nvPr/>
        </p:nvSpPr>
        <p:spPr>
          <a:xfrm flipV="1">
            <a:off x="5533200" y="543312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6" name="Line 22"/>
          <p:cNvSpPr/>
          <p:nvPr/>
        </p:nvSpPr>
        <p:spPr>
          <a:xfrm>
            <a:off x="4110120" y="6307200"/>
            <a:ext cx="29592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7" name="Line 23"/>
          <p:cNvSpPr/>
          <p:nvPr/>
        </p:nvSpPr>
        <p:spPr>
          <a:xfrm>
            <a:off x="4406040" y="5447520"/>
            <a:ext cx="1143000" cy="39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8" name="Line 24"/>
          <p:cNvSpPr/>
          <p:nvPr/>
        </p:nvSpPr>
        <p:spPr>
          <a:xfrm flipV="1">
            <a:off x="5853240" y="543564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9" name="Line 25"/>
          <p:cNvSpPr/>
          <p:nvPr/>
        </p:nvSpPr>
        <p:spPr>
          <a:xfrm flipV="1">
            <a:off x="6963480" y="543312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0" name="Line 26"/>
          <p:cNvSpPr/>
          <p:nvPr/>
        </p:nvSpPr>
        <p:spPr>
          <a:xfrm>
            <a:off x="5540400" y="6307200"/>
            <a:ext cx="29592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1" name="Line 27"/>
          <p:cNvSpPr/>
          <p:nvPr/>
        </p:nvSpPr>
        <p:spPr>
          <a:xfrm>
            <a:off x="5836320" y="5447520"/>
            <a:ext cx="1143000" cy="39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2" name="Line 28"/>
          <p:cNvSpPr/>
          <p:nvPr/>
        </p:nvSpPr>
        <p:spPr>
          <a:xfrm flipV="1">
            <a:off x="7277040" y="5435640"/>
            <a:ext cx="360" cy="8877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3" name="Line 29"/>
          <p:cNvSpPr/>
          <p:nvPr/>
        </p:nvSpPr>
        <p:spPr>
          <a:xfrm flipV="1">
            <a:off x="8387280" y="5433120"/>
            <a:ext cx="360" cy="89532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4" name="Line 30"/>
          <p:cNvSpPr/>
          <p:nvPr/>
        </p:nvSpPr>
        <p:spPr>
          <a:xfrm>
            <a:off x="6964200" y="6307200"/>
            <a:ext cx="295920" cy="3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5" name="Line 31"/>
          <p:cNvSpPr/>
          <p:nvPr/>
        </p:nvSpPr>
        <p:spPr>
          <a:xfrm>
            <a:off x="7260120" y="5447520"/>
            <a:ext cx="1143000" cy="396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6" name="Line 32"/>
          <p:cNvSpPr/>
          <p:nvPr/>
        </p:nvSpPr>
        <p:spPr>
          <a:xfrm flipV="1">
            <a:off x="8373960" y="6302520"/>
            <a:ext cx="4052160" cy="4680"/>
          </a:xfrm>
          <a:prstGeom prst="line">
            <a:avLst/>
          </a:prstGeom>
          <a:ln w="38160">
            <a:solidFill>
              <a:srgbClr val="de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7" name="CustomShape 33"/>
          <p:cNvSpPr/>
          <p:nvPr/>
        </p:nvSpPr>
        <p:spPr>
          <a:xfrm>
            <a:off x="1380240" y="1632600"/>
            <a:ext cx="1465560" cy="793080"/>
          </a:xfrm>
          <a:prstGeom prst="rect">
            <a:avLst/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DAC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88" name="CustomShape 34"/>
          <p:cNvSpPr/>
          <p:nvPr/>
        </p:nvSpPr>
        <p:spPr>
          <a:xfrm>
            <a:off x="2846520" y="2029680"/>
            <a:ext cx="1506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9" name="CustomShape 35"/>
          <p:cNvSpPr/>
          <p:nvPr/>
        </p:nvSpPr>
        <p:spPr>
          <a:xfrm>
            <a:off x="2980440" y="1418040"/>
            <a:ext cx="138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Ramp Waveform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0" name="CustomShape 36"/>
          <p:cNvSpPr/>
          <p:nvPr/>
        </p:nvSpPr>
        <p:spPr>
          <a:xfrm>
            <a:off x="4354200" y="1451160"/>
            <a:ext cx="2132640" cy="1158480"/>
          </a:xfrm>
          <a:prstGeom prst="rect">
            <a:avLst/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ADC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1" name="CustomShape 37"/>
          <p:cNvSpPr/>
          <p:nvPr/>
        </p:nvSpPr>
        <p:spPr>
          <a:xfrm>
            <a:off x="5861880" y="1845000"/>
            <a:ext cx="82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PPB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2" name="CustomShape 38"/>
          <p:cNvSpPr/>
          <p:nvPr/>
        </p:nvSpPr>
        <p:spPr>
          <a:xfrm>
            <a:off x="5861880" y="1821240"/>
            <a:ext cx="624960" cy="436320"/>
          </a:xfrm>
          <a:prstGeom prst="rect">
            <a:avLst/>
          </a:prstGeom>
          <a:noFill/>
          <a:ln>
            <a:solidFill>
              <a:srgbClr val="404040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3" name="CustomShape 39"/>
          <p:cNvSpPr/>
          <p:nvPr/>
        </p:nvSpPr>
        <p:spPr>
          <a:xfrm flipV="1">
            <a:off x="7086600" y="2023560"/>
            <a:ext cx="1358280" cy="12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4" name="CustomShape 40"/>
          <p:cNvSpPr/>
          <p:nvPr/>
        </p:nvSpPr>
        <p:spPr>
          <a:xfrm>
            <a:off x="7264080" y="435240"/>
            <a:ext cx="117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ADC EVT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5" name="CustomShape 41"/>
          <p:cNvSpPr/>
          <p:nvPr/>
        </p:nvSpPr>
        <p:spPr>
          <a:xfrm>
            <a:off x="8454960" y="380880"/>
            <a:ext cx="2644920" cy="8532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6" name="CustomShape 42"/>
          <p:cNvSpPr/>
          <p:nvPr/>
        </p:nvSpPr>
        <p:spPr>
          <a:xfrm>
            <a:off x="8499600" y="424440"/>
            <a:ext cx="7322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OST TRIP Input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7" name="CustomShape 43"/>
          <p:cNvSpPr/>
          <p:nvPr/>
        </p:nvSpPr>
        <p:spPr>
          <a:xfrm>
            <a:off x="8465760" y="423360"/>
            <a:ext cx="699480" cy="788400"/>
          </a:xfrm>
          <a:prstGeom prst="rect">
            <a:avLst/>
          </a:prstGeom>
          <a:noFill/>
          <a:ln>
            <a:solidFill>
              <a:srgbClr val="404040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8" name="CustomShape 44"/>
          <p:cNvSpPr/>
          <p:nvPr/>
        </p:nvSpPr>
        <p:spPr>
          <a:xfrm flipV="1">
            <a:off x="11100960" y="795960"/>
            <a:ext cx="846720" cy="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9" name="CustomShape 45"/>
          <p:cNvSpPr/>
          <p:nvPr/>
        </p:nvSpPr>
        <p:spPr>
          <a:xfrm>
            <a:off x="11948760" y="474120"/>
            <a:ext cx="156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0" name="CustomShape 46"/>
          <p:cNvSpPr/>
          <p:nvPr/>
        </p:nvSpPr>
        <p:spPr>
          <a:xfrm>
            <a:off x="474840" y="4899240"/>
            <a:ext cx="271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PPB Low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1" name="CustomShape 47"/>
          <p:cNvSpPr/>
          <p:nvPr/>
        </p:nvSpPr>
        <p:spPr>
          <a:xfrm>
            <a:off x="8454960" y="1584000"/>
            <a:ext cx="2644920" cy="8532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2" name="CustomShape 48"/>
          <p:cNvSpPr/>
          <p:nvPr/>
        </p:nvSpPr>
        <p:spPr>
          <a:xfrm>
            <a:off x="8499600" y="1608840"/>
            <a:ext cx="7322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CBC TRIP Input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03" name="CustomShape 49"/>
          <p:cNvSpPr/>
          <p:nvPr/>
        </p:nvSpPr>
        <p:spPr>
          <a:xfrm flipV="1">
            <a:off x="11100960" y="1999080"/>
            <a:ext cx="846720" cy="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4" name="CustomShape 50"/>
          <p:cNvSpPr/>
          <p:nvPr/>
        </p:nvSpPr>
        <p:spPr>
          <a:xfrm>
            <a:off x="11948760" y="1677240"/>
            <a:ext cx="156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5" name="CustomShape 51"/>
          <p:cNvSpPr/>
          <p:nvPr/>
        </p:nvSpPr>
        <p:spPr>
          <a:xfrm>
            <a:off x="7223760" y="3223440"/>
            <a:ext cx="12376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6" name="CustomShape 52"/>
          <p:cNvSpPr/>
          <p:nvPr/>
        </p:nvSpPr>
        <p:spPr>
          <a:xfrm>
            <a:off x="8462520" y="2786400"/>
            <a:ext cx="2644920" cy="85320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EPWM2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7" name="CustomShape 53"/>
          <p:cNvSpPr/>
          <p:nvPr/>
        </p:nvSpPr>
        <p:spPr>
          <a:xfrm>
            <a:off x="8472600" y="2824200"/>
            <a:ext cx="7322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ffffff"/>
                </a:solidFill>
                <a:latin typeface="Arial"/>
                <a:ea typeface="DejaVu Sans"/>
              </a:rPr>
              <a:t>Direct TRIP Input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08" name="CustomShape 54"/>
          <p:cNvSpPr/>
          <p:nvPr/>
        </p:nvSpPr>
        <p:spPr>
          <a:xfrm flipV="1">
            <a:off x="11108520" y="3201480"/>
            <a:ext cx="846720" cy="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d9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9" name="CustomShape 55"/>
          <p:cNvSpPr/>
          <p:nvPr/>
        </p:nvSpPr>
        <p:spPr>
          <a:xfrm>
            <a:off x="11956320" y="2879640"/>
            <a:ext cx="156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PWM output signal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0" name="CustomShape 56"/>
          <p:cNvSpPr/>
          <p:nvPr/>
        </p:nvSpPr>
        <p:spPr>
          <a:xfrm>
            <a:off x="7215480" y="813240"/>
            <a:ext cx="1241640" cy="3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1" name="Line 57"/>
          <p:cNvSpPr/>
          <p:nvPr/>
        </p:nvSpPr>
        <p:spPr>
          <a:xfrm>
            <a:off x="6487560" y="2039760"/>
            <a:ext cx="767880" cy="3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2" name="Line 58"/>
          <p:cNvSpPr/>
          <p:nvPr/>
        </p:nvSpPr>
        <p:spPr>
          <a:xfrm>
            <a:off x="7225200" y="822960"/>
            <a:ext cx="5400" cy="242748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3" name="CustomShape 59"/>
          <p:cNvSpPr/>
          <p:nvPr/>
        </p:nvSpPr>
        <p:spPr>
          <a:xfrm>
            <a:off x="7277400" y="1694520"/>
            <a:ext cx="117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ADC EVT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4" name="CustomShape 60"/>
          <p:cNvSpPr/>
          <p:nvPr/>
        </p:nvSpPr>
        <p:spPr>
          <a:xfrm>
            <a:off x="7307640" y="2888640"/>
            <a:ext cx="117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ADC EVT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5" name="CustomShape 61"/>
          <p:cNvSpPr/>
          <p:nvPr/>
        </p:nvSpPr>
        <p:spPr>
          <a:xfrm>
            <a:off x="8505360" y="1615680"/>
            <a:ext cx="699480" cy="788400"/>
          </a:xfrm>
          <a:prstGeom prst="rect">
            <a:avLst/>
          </a:prstGeom>
          <a:noFill/>
          <a:ln>
            <a:solidFill>
              <a:srgbClr val="404040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6" name="CustomShape 62"/>
          <p:cNvSpPr/>
          <p:nvPr/>
        </p:nvSpPr>
        <p:spPr>
          <a:xfrm>
            <a:off x="8489160" y="2849400"/>
            <a:ext cx="699480" cy="788400"/>
          </a:xfrm>
          <a:prstGeom prst="rect">
            <a:avLst/>
          </a:prstGeom>
          <a:noFill/>
          <a:ln>
            <a:solidFill>
              <a:srgbClr val="404040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Content Placeholder 5" descr=""/>
          <p:cNvPicPr/>
          <p:nvPr/>
        </p:nvPicPr>
        <p:blipFill>
          <a:blip r:embed="rId1"/>
          <a:stretch/>
        </p:blipFill>
        <p:spPr>
          <a:xfrm>
            <a:off x="2362320" y="2362320"/>
            <a:ext cx="8853120" cy="2875680"/>
          </a:xfrm>
          <a:prstGeom prst="rect">
            <a:avLst/>
          </a:prstGeom>
          <a:ln w="9360">
            <a:noFill/>
          </a:ln>
        </p:spPr>
      </p:pic>
      <p:sp>
        <p:nvSpPr>
          <p:cNvPr id="1718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CBB6F602-A201-418A-9F01-2016D701377A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C0C817A-E7A1-4771-90A0-29F695EBDD7C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720" name="CustomShape 2"/>
          <p:cNvSpPr/>
          <p:nvPr/>
        </p:nvSpPr>
        <p:spPr>
          <a:xfrm>
            <a:off x="1066680" y="2590920"/>
            <a:ext cx="1294200" cy="3351600"/>
          </a:xfrm>
          <a:prstGeom prst="rect">
            <a:avLst/>
          </a:prstGeom>
          <a:solidFill>
            <a:srgbClr val="4abed4"/>
          </a:solidFill>
          <a:ln>
            <a:solidFill>
              <a:srgbClr val="368c9c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EPWM(0-4)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1" name="CustomShape 3"/>
          <p:cNvSpPr/>
          <p:nvPr/>
        </p:nvSpPr>
        <p:spPr>
          <a:xfrm>
            <a:off x="1371600" y="2863080"/>
            <a:ext cx="989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EPMWA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2" name="CustomShape 4"/>
          <p:cNvSpPr/>
          <p:nvPr/>
        </p:nvSpPr>
        <p:spPr>
          <a:xfrm>
            <a:off x="1371600" y="5410080"/>
            <a:ext cx="989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EPMWB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3" name="CustomShape 5"/>
          <p:cNvSpPr/>
          <p:nvPr/>
        </p:nvSpPr>
        <p:spPr>
          <a:xfrm>
            <a:off x="4191120" y="592560"/>
            <a:ext cx="2208600" cy="2256120"/>
          </a:xfrm>
          <a:prstGeom prst="rect">
            <a:avLst/>
          </a:prstGeom>
          <a:solidFill>
            <a:srgbClr val="de0000"/>
          </a:solidFill>
          <a:ln>
            <a:solidFill>
              <a:srgbClr val="a4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1724" name="CustomShape 6"/>
          <p:cNvSpPr/>
          <p:nvPr/>
        </p:nvSpPr>
        <p:spPr>
          <a:xfrm>
            <a:off x="4129920" y="1208160"/>
            <a:ext cx="23612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ffffff"/>
                </a:solidFill>
                <a:latin typeface="Arial"/>
                <a:ea typeface="DejaVu Sans"/>
              </a:rPr>
              <a:t>HRPWM Micro-edge Positioner (MEP) Calibration Module  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</p:txBody>
      </p:sp>
      <p:sp>
        <p:nvSpPr>
          <p:cNvPr id="1725" name="CustomShape 7"/>
          <p:cNvSpPr/>
          <p:nvPr/>
        </p:nvSpPr>
        <p:spPr>
          <a:xfrm>
            <a:off x="5029200" y="2201760"/>
            <a:ext cx="1218240" cy="517680"/>
          </a:xfrm>
          <a:prstGeom prst="rect">
            <a:avLst/>
          </a:prstGeom>
          <a:solidFill>
            <a:srgbClr val="a4a4a4"/>
          </a:solidFill>
          <a:ln>
            <a:solidFill>
              <a:srgbClr val="797979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HRMSTEP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6" name="CustomShape 8"/>
          <p:cNvSpPr/>
          <p:nvPr/>
        </p:nvSpPr>
        <p:spPr>
          <a:xfrm>
            <a:off x="7467480" y="1066680"/>
            <a:ext cx="1751400" cy="517680"/>
          </a:xfrm>
          <a:prstGeom prst="rect">
            <a:avLst/>
          </a:prstGeom>
          <a:solidFill>
            <a:srgbClr val="a4a4a4"/>
          </a:solidFill>
          <a:ln>
            <a:solidFill>
              <a:srgbClr val="797979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d0d0d"/>
                </a:solidFill>
                <a:latin typeface="Arial"/>
                <a:ea typeface="DejaVu Sans"/>
              </a:rPr>
              <a:t>      </a:t>
            </a:r>
            <a:r>
              <a:rPr b="0" lang="en-IN" sz="1200" spc="-1" strike="noStrike">
                <a:solidFill>
                  <a:srgbClr val="0d0d0d"/>
                </a:solidFill>
                <a:latin typeface="Arial"/>
                <a:ea typeface="DejaVu Sans"/>
              </a:rPr>
              <a:t>HRCNFG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7" name="CustomShape 9"/>
          <p:cNvSpPr/>
          <p:nvPr/>
        </p:nvSpPr>
        <p:spPr>
          <a:xfrm rot="10800000">
            <a:off x="8534160" y="1585440"/>
            <a:ext cx="1065600" cy="25812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8" name="CustomShape 10"/>
          <p:cNvSpPr/>
          <p:nvPr/>
        </p:nvSpPr>
        <p:spPr>
          <a:xfrm>
            <a:off x="2362320" y="3078720"/>
            <a:ext cx="7847640" cy="2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29" name="CustomShape 11"/>
          <p:cNvSpPr/>
          <p:nvPr/>
        </p:nvSpPr>
        <p:spPr>
          <a:xfrm>
            <a:off x="9220320" y="1326240"/>
            <a:ext cx="303840" cy="179748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0" name="CustomShape 12"/>
          <p:cNvSpPr/>
          <p:nvPr/>
        </p:nvSpPr>
        <p:spPr>
          <a:xfrm>
            <a:off x="2362320" y="5533200"/>
            <a:ext cx="7847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31" name="CustomShape 13"/>
          <p:cNvSpPr/>
          <p:nvPr/>
        </p:nvSpPr>
        <p:spPr>
          <a:xfrm>
            <a:off x="9220320" y="1326240"/>
            <a:ext cx="684720" cy="420624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2" name="CustomShape 14"/>
          <p:cNvSpPr/>
          <p:nvPr/>
        </p:nvSpPr>
        <p:spPr>
          <a:xfrm>
            <a:off x="9517320" y="1288800"/>
            <a:ext cx="44640" cy="5328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3" name="CustomShape 15"/>
          <p:cNvSpPr/>
          <p:nvPr/>
        </p:nvSpPr>
        <p:spPr>
          <a:xfrm>
            <a:off x="1866960" y="807480"/>
            <a:ext cx="1408680" cy="168840"/>
          </a:xfrm>
          <a:prstGeom prst="rect">
            <a:avLst/>
          </a:prstGeom>
          <a:solidFill>
            <a:srgbClr val="a4a4a4"/>
          </a:solidFill>
          <a:ln>
            <a:solidFill>
              <a:srgbClr val="797979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d0d0d"/>
                </a:solidFill>
                <a:latin typeface="Arial"/>
                <a:ea typeface="DejaVu Sans"/>
              </a:rPr>
              <a:t>CMPAHR(8)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4" name="CustomShape 16"/>
          <p:cNvSpPr/>
          <p:nvPr/>
        </p:nvSpPr>
        <p:spPr>
          <a:xfrm>
            <a:off x="1866960" y="1196280"/>
            <a:ext cx="1408680" cy="168840"/>
          </a:xfrm>
          <a:prstGeom prst="rect">
            <a:avLst/>
          </a:prstGeom>
          <a:solidFill>
            <a:srgbClr val="a4a4a4"/>
          </a:solidFill>
          <a:ln>
            <a:solidFill>
              <a:srgbClr val="797979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d0d0d"/>
                </a:solidFill>
                <a:latin typeface="Arial"/>
                <a:ea typeface="DejaVu Sans"/>
              </a:rPr>
              <a:t>CMPBHR(8)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5" name="CustomShape 17"/>
          <p:cNvSpPr/>
          <p:nvPr/>
        </p:nvSpPr>
        <p:spPr>
          <a:xfrm>
            <a:off x="1859040" y="1652760"/>
            <a:ext cx="1408680" cy="168840"/>
          </a:xfrm>
          <a:prstGeom prst="rect">
            <a:avLst/>
          </a:prstGeom>
          <a:solidFill>
            <a:srgbClr val="a4a4a4"/>
          </a:solidFill>
          <a:ln>
            <a:solidFill>
              <a:srgbClr val="797979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d0d0d"/>
                </a:solidFill>
                <a:latin typeface="Arial"/>
                <a:ea typeface="DejaVu Sans"/>
              </a:rPr>
              <a:t>TBPRDHR(8)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6" name="CustomShape 18"/>
          <p:cNvSpPr/>
          <p:nvPr/>
        </p:nvSpPr>
        <p:spPr>
          <a:xfrm>
            <a:off x="3276720" y="892440"/>
            <a:ext cx="581760" cy="219816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7" name="CustomShape 19"/>
          <p:cNvSpPr/>
          <p:nvPr/>
        </p:nvSpPr>
        <p:spPr>
          <a:xfrm>
            <a:off x="3276720" y="1281600"/>
            <a:ext cx="395280" cy="179604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8" name="CustomShape 20"/>
          <p:cNvSpPr/>
          <p:nvPr/>
        </p:nvSpPr>
        <p:spPr>
          <a:xfrm>
            <a:off x="3268800" y="1737720"/>
            <a:ext cx="280800" cy="135288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39" name="CustomShape 21"/>
          <p:cNvSpPr/>
          <p:nvPr/>
        </p:nvSpPr>
        <p:spPr>
          <a:xfrm>
            <a:off x="10363320" y="2986200"/>
            <a:ext cx="114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ePWMxA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40" name="CustomShape 22"/>
          <p:cNvSpPr/>
          <p:nvPr/>
        </p:nvSpPr>
        <p:spPr>
          <a:xfrm>
            <a:off x="10363320" y="5410080"/>
            <a:ext cx="114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ePWMxB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CustomShape 1"/>
          <p:cNvSpPr/>
          <p:nvPr/>
        </p:nvSpPr>
        <p:spPr>
          <a:xfrm>
            <a:off x="548640" y="274320"/>
            <a:ext cx="12800520" cy="821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85000"/>
              </a:lnSpc>
              <a:buNone/>
            </a:pPr>
            <a:r>
              <a:rPr b="1" lang="en-IN" sz="3200" spc="-1" strike="noStrike">
                <a:solidFill>
                  <a:srgbClr val="de0000"/>
                </a:solidFill>
                <a:latin typeface="Arial"/>
                <a:ea typeface="DejaVu Sans"/>
              </a:rPr>
              <a:t>SCICLIENT OPERATION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742" name="CustomShape 2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368E9455-7F88-4705-AEA1-6DF629F627CB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743" name="CustomShape 3"/>
          <p:cNvSpPr/>
          <p:nvPr/>
        </p:nvSpPr>
        <p:spPr>
          <a:xfrm>
            <a:off x="1653120" y="1615320"/>
            <a:ext cx="1827720" cy="11419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APPLICATION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4" name="CustomShape 4"/>
          <p:cNvSpPr/>
          <p:nvPr/>
        </p:nvSpPr>
        <p:spPr>
          <a:xfrm>
            <a:off x="1603440" y="4185000"/>
            <a:ext cx="1827720" cy="7668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50000"/>
              </a:gs>
              <a:gs pos="100000">
                <a:srgbClr val="d70000"/>
              </a:gs>
            </a:gsLst>
            <a:lin ang="16200000"/>
          </a:gradFill>
          <a:ln>
            <a:solidFill>
              <a:srgbClr val="d9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SCICLIENT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5" name="CustomShape 5"/>
          <p:cNvSpPr/>
          <p:nvPr/>
        </p:nvSpPr>
        <p:spPr>
          <a:xfrm>
            <a:off x="2415240" y="2758320"/>
            <a:ext cx="303840" cy="142560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</p:sp>
      <p:sp>
        <p:nvSpPr>
          <p:cNvPr id="1746" name="CustomShape 6"/>
          <p:cNvSpPr/>
          <p:nvPr/>
        </p:nvSpPr>
        <p:spPr>
          <a:xfrm>
            <a:off x="2683440" y="2834640"/>
            <a:ext cx="114192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000000"/>
                </a:solidFill>
                <a:latin typeface="JetBrains Mono"/>
                <a:ea typeface="DejaVu Sans"/>
              </a:rPr>
              <a:t>Any system control request – resource, power, clock, security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7" name="CustomShape 7"/>
          <p:cNvSpPr/>
          <p:nvPr/>
        </p:nvSpPr>
        <p:spPr>
          <a:xfrm>
            <a:off x="3432240" y="4221360"/>
            <a:ext cx="3348360" cy="250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</p:sp>
      <p:sp>
        <p:nvSpPr>
          <p:cNvPr id="1748" name="CustomShape 8"/>
          <p:cNvSpPr/>
          <p:nvPr/>
        </p:nvSpPr>
        <p:spPr>
          <a:xfrm>
            <a:off x="3652560" y="3356280"/>
            <a:ext cx="3128040" cy="10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000000"/>
                </a:solidFill>
                <a:latin typeface="JetBrains Mono"/>
                <a:ea typeface="DejaVu Sans"/>
              </a:rPr>
              <a:t>Sciclient sends a TISCI message to the SYSFW/HSM Runtime with the specifics of the request, on a secure proxy thread allotted for this particular core.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</p:txBody>
      </p:sp>
      <p:sp>
        <p:nvSpPr>
          <p:cNvPr id="1749" name="CustomShape 9"/>
          <p:cNvSpPr/>
          <p:nvPr/>
        </p:nvSpPr>
        <p:spPr>
          <a:xfrm>
            <a:off x="10744200" y="3902040"/>
            <a:ext cx="1827720" cy="11419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SYSFW/HSM Runtime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0" name="CustomShape 10"/>
          <p:cNvSpPr/>
          <p:nvPr/>
        </p:nvSpPr>
        <p:spPr>
          <a:xfrm>
            <a:off x="6781680" y="4057920"/>
            <a:ext cx="2428920" cy="102708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7b7b7b"/>
              </a:gs>
              <a:gs pos="100000">
                <a:srgbClr val="5e5e5e"/>
              </a:gs>
            </a:gsLst>
            <a:lin ang="5400000"/>
          </a:gradFill>
          <a:ln>
            <a:solidFill>
              <a:srgbClr val="7c7c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SECURE PROXY THREAD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1" name="CustomShape 11"/>
          <p:cNvSpPr/>
          <p:nvPr/>
        </p:nvSpPr>
        <p:spPr>
          <a:xfrm>
            <a:off x="9212040" y="4221360"/>
            <a:ext cx="1531080" cy="250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</p:sp>
      <p:sp>
        <p:nvSpPr>
          <p:cNvPr id="1752" name="CustomShape 12"/>
          <p:cNvSpPr/>
          <p:nvPr/>
        </p:nvSpPr>
        <p:spPr>
          <a:xfrm rot="10800000">
            <a:off x="12276360" y="5064120"/>
            <a:ext cx="1531080" cy="250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162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</p:sp>
      <p:sp>
        <p:nvSpPr>
          <p:cNvPr id="1753" name="CustomShape 13"/>
          <p:cNvSpPr/>
          <p:nvPr/>
        </p:nvSpPr>
        <p:spPr>
          <a:xfrm rot="10800000">
            <a:off x="10131120" y="5064120"/>
            <a:ext cx="3348360" cy="250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162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</p:sp>
      <p:sp>
        <p:nvSpPr>
          <p:cNvPr id="1754" name="CustomShape 14"/>
          <p:cNvSpPr/>
          <p:nvPr/>
        </p:nvSpPr>
        <p:spPr>
          <a:xfrm>
            <a:off x="9165240" y="4787280"/>
            <a:ext cx="18277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000000"/>
                </a:solidFill>
                <a:latin typeface="JetBrains Mono"/>
                <a:ea typeface="DejaVu Sans"/>
              </a:rPr>
              <a:t>SYSFW sends back a response after processing the request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67FD2681-09BC-4FE7-A3C6-DA38B48910E1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756" name="CustomShape 2"/>
          <p:cNvSpPr/>
          <p:nvPr/>
        </p:nvSpPr>
        <p:spPr>
          <a:xfrm>
            <a:off x="3407040" y="2590920"/>
            <a:ext cx="6628320" cy="28184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</p:sp>
      <p:sp>
        <p:nvSpPr>
          <p:cNvPr id="1757" name="CustomShape 3"/>
          <p:cNvSpPr/>
          <p:nvPr/>
        </p:nvSpPr>
        <p:spPr>
          <a:xfrm>
            <a:off x="5749560" y="2638080"/>
            <a:ext cx="206352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3200" spc="-1" strike="noStrike">
                <a:solidFill>
                  <a:srgbClr val="ffffff"/>
                </a:solidFill>
                <a:latin typeface="Franklin Gothic Book"/>
                <a:ea typeface="DejaVu Sans"/>
              </a:rPr>
              <a:t>SCICLIENT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758" name="CustomShape 4"/>
          <p:cNvSpPr/>
          <p:nvPr/>
        </p:nvSpPr>
        <p:spPr>
          <a:xfrm>
            <a:off x="3809880" y="3390120"/>
            <a:ext cx="1943280" cy="83844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RESOURCE MANAGEMENT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9" name="CustomShape 5"/>
          <p:cNvSpPr/>
          <p:nvPr/>
        </p:nvSpPr>
        <p:spPr>
          <a:xfrm>
            <a:off x="5749560" y="3397320"/>
            <a:ext cx="1943280" cy="83844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POWER MANAGEMENT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0" name="CustomShape 6"/>
          <p:cNvSpPr/>
          <p:nvPr/>
        </p:nvSpPr>
        <p:spPr>
          <a:xfrm>
            <a:off x="7693920" y="3390120"/>
            <a:ext cx="1943280" cy="83844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SECURITY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1" name="CustomShape 7"/>
          <p:cNvSpPr/>
          <p:nvPr/>
        </p:nvSpPr>
        <p:spPr>
          <a:xfrm>
            <a:off x="3809880" y="4229640"/>
            <a:ext cx="2913120" cy="83844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FIREWALLS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2" name="CustomShape 8"/>
          <p:cNvSpPr/>
          <p:nvPr/>
        </p:nvSpPr>
        <p:spPr>
          <a:xfrm>
            <a:off x="6721920" y="4229640"/>
            <a:ext cx="2913120" cy="838440"/>
          </a:xfrm>
          <a:prstGeom prst="roundRect">
            <a:avLst>
              <a:gd name="adj" fmla="val 16667"/>
            </a:avLst>
          </a:prstGeom>
          <a:gradFill rotWithShape="0">
            <a:gsLst>
              <a:gs pos="20000">
                <a:srgbClr val="3e3e3e"/>
              </a:gs>
              <a:gs pos="100000">
                <a:srgbClr val="2f2f2f"/>
              </a:gs>
            </a:gsLst>
            <a:lin ang="5400000"/>
          </a:gradFill>
          <a:ln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Consolas"/>
                <a:ea typeface="DejaVu Sans"/>
              </a:rPr>
              <a:t>PROCESSOR BOOT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CustomShape 1"/>
          <p:cNvSpPr/>
          <p:nvPr/>
        </p:nvSpPr>
        <p:spPr>
          <a:xfrm>
            <a:off x="5608440" y="7799040"/>
            <a:ext cx="3412800" cy="24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noAutofit/>
          </a:bodyPr>
          <a:p>
            <a:pPr algn="ctr">
              <a:lnSpc>
                <a:spcPct val="100000"/>
              </a:lnSpc>
              <a:buNone/>
            </a:pPr>
            <a:fld id="{2EC1C241-12AD-49FE-9829-10AE5271CA3D}" type="slidenum"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IN" sz="1100" spc="-1" strike="noStrike">
              <a:latin typeface="Arial"/>
            </a:endParaRPr>
          </a:p>
        </p:txBody>
      </p:sp>
      <p:sp>
        <p:nvSpPr>
          <p:cNvPr id="1764" name="CustomShape 2"/>
          <p:cNvSpPr/>
          <p:nvPr/>
        </p:nvSpPr>
        <p:spPr>
          <a:xfrm>
            <a:off x="1371600" y="1600200"/>
            <a:ext cx="2361240" cy="7610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SYSFW-HS-FS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5" name="CustomShape 3"/>
          <p:cNvSpPr/>
          <p:nvPr/>
        </p:nvSpPr>
        <p:spPr>
          <a:xfrm>
            <a:off x="5595480" y="1600200"/>
            <a:ext cx="2582280" cy="7610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SYSFW-HS-FS-ENC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6" name="CustomShape 4"/>
          <p:cNvSpPr/>
          <p:nvPr/>
        </p:nvSpPr>
        <p:spPr>
          <a:xfrm>
            <a:off x="3733920" y="1981080"/>
            <a:ext cx="1860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e0000"/>
            </a:solidFill>
            <a:round/>
            <a:tailEnd len="med" type="triangle" w="med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7" name="CustomShape 5"/>
          <p:cNvSpPr/>
          <p:nvPr/>
        </p:nvSpPr>
        <p:spPr>
          <a:xfrm>
            <a:off x="4300200" y="1600200"/>
            <a:ext cx="129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 MEK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8" name="CustomShape 6"/>
          <p:cNvSpPr/>
          <p:nvPr/>
        </p:nvSpPr>
        <p:spPr>
          <a:xfrm>
            <a:off x="1371600" y="2590920"/>
            <a:ext cx="25898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Unsigned, unencrypted SYSFW for HS-FS device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69" name="CustomShape 7"/>
          <p:cNvSpPr/>
          <p:nvPr/>
        </p:nvSpPr>
        <p:spPr>
          <a:xfrm>
            <a:off x="5595480" y="2590920"/>
            <a:ext cx="28616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Encrypted SYSFW for HS-FS device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0" name="CustomShape 8"/>
          <p:cNvSpPr/>
          <p:nvPr/>
        </p:nvSpPr>
        <p:spPr>
          <a:xfrm>
            <a:off x="5631480" y="3175560"/>
            <a:ext cx="2861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Monaco"/>
                <a:ea typeface="DejaVu Sans"/>
              </a:rPr>
              <a:t>(sysfw-hs-fs-enc.bin)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1" name="CustomShape 9"/>
          <p:cNvSpPr/>
          <p:nvPr/>
        </p:nvSpPr>
        <p:spPr>
          <a:xfrm>
            <a:off x="8178480" y="1992960"/>
            <a:ext cx="1860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de0000"/>
            </a:solidFill>
            <a:round/>
            <a:tailEnd len="med" type="triangle" w="med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2" name="CustomShape 10"/>
          <p:cNvSpPr/>
          <p:nvPr/>
        </p:nvSpPr>
        <p:spPr>
          <a:xfrm>
            <a:off x="8744760" y="1611720"/>
            <a:ext cx="129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 MPK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3" name="CustomShape 11"/>
          <p:cNvSpPr/>
          <p:nvPr/>
        </p:nvSpPr>
        <p:spPr>
          <a:xfrm>
            <a:off x="10040400" y="1611720"/>
            <a:ext cx="2582280" cy="7610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SYSFW-HS-FS-ENC-CERT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4" name="CustomShape 12"/>
          <p:cNvSpPr/>
          <p:nvPr/>
        </p:nvSpPr>
        <p:spPr>
          <a:xfrm>
            <a:off x="9906120" y="2590920"/>
            <a:ext cx="28616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X509 Certificate for the Encrypted SYSFW for HS-FS device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5" name="CustomShape 13"/>
          <p:cNvSpPr/>
          <p:nvPr/>
        </p:nvSpPr>
        <p:spPr>
          <a:xfrm>
            <a:off x="9922680" y="3344760"/>
            <a:ext cx="341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Monaco"/>
                <a:ea typeface="DejaVu Sans"/>
              </a:rPr>
              <a:t>(sysfw-hs-fs-enc-cert.bin)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6" name="CustomShape 14"/>
          <p:cNvSpPr/>
          <p:nvPr/>
        </p:nvSpPr>
        <p:spPr>
          <a:xfrm>
            <a:off x="1371600" y="4291920"/>
            <a:ext cx="2361240" cy="7610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071"/>
              </a:gs>
              <a:gs pos="100000">
                <a:srgbClr val="007f93"/>
              </a:gs>
            </a:gsLst>
            <a:lin ang="16200000"/>
          </a:gradFill>
          <a:ln>
            <a:solidFill>
              <a:srgbClr val="0d76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SYSFW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7" name="CustomShape 15"/>
          <p:cNvSpPr/>
          <p:nvPr/>
        </p:nvSpPr>
        <p:spPr>
          <a:xfrm>
            <a:off x="1371600" y="5282640"/>
            <a:ext cx="25898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Unsigned, unencrypted SYSFW for GP device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8" name="CustomShape 16"/>
          <p:cNvSpPr/>
          <p:nvPr/>
        </p:nvSpPr>
        <p:spPr>
          <a:xfrm>
            <a:off x="1600200" y="5867280"/>
            <a:ext cx="2861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Monaco"/>
                <a:ea typeface="DejaVu Sans"/>
              </a:rPr>
              <a:t>(sysfw.bin)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K3-Template</Template>
  <TotalTime>14851</TotalTime>
  <Application>LibreOffice/7.3.7.2$Linux_X86_64 LibreOffice_project/30$Build-2</Application>
  <AppVersion>15.0000</AppVersion>
  <Words>2430</Words>
  <Paragraphs>937</Paragraphs>
  <Company>Texas Instruments Incorporated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2016-05-17T23:12:28Z</dcterms:created>
  <dc:creator>Chitnis, Kedar</dc:creator>
  <dc:description/>
  <cp:keywords>Keystone 3</cp:keywords>
  <dc:language>en-IN</dc:language>
  <cp:lastModifiedBy/>
  <dcterms:modified xsi:type="dcterms:W3CDTF">2025-02-15T13:05:10Z</dcterms:modified>
  <cp:revision>2206</cp:revision>
  <dc:subject/>
  <dc:title>K3 UDMA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0x010100EDF39002100AED4881FF84EF59C3C9C1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55</vt:i4>
  </property>
  <property fmtid="{D5CDD505-2E9C-101B-9397-08002B2CF9AE}" pid="12" name="category">
    <vt:lpwstr>K3</vt:lpwstr>
  </property>
</Properties>
</file>